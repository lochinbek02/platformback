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2" r:id="rId1"/>
  </p:sldMasterIdLst>
  <p:notesMasterIdLst>
    <p:notesMasterId r:id="rId6"/>
  </p:notesMasterIdLst>
  <p:handoutMasterIdLst>
    <p:handoutMasterId r:id="rId7"/>
  </p:handoutMasterIdLst>
  <p:sldIdLst>
    <p:sldId id="324" r:id="rId2"/>
    <p:sldId id="331" r:id="rId3"/>
    <p:sldId id="330" r:id="rId4"/>
    <p:sldId id="332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0858"/>
    <a:srgbClr val="66FFCC"/>
    <a:srgbClr val="00FFFF"/>
    <a:srgbClr val="00CCFF"/>
    <a:srgbClr val="33CCFF"/>
    <a:srgbClr val="A8F6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41" autoAdjust="0"/>
    <p:restoredTop sz="88364" autoAdjust="0"/>
  </p:normalViewPr>
  <p:slideViewPr>
    <p:cSldViewPr>
      <p:cViewPr varScale="1">
        <p:scale>
          <a:sx n="61" d="100"/>
          <a:sy n="61" d="100"/>
        </p:scale>
        <p:origin x="390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53" d="100"/>
          <a:sy n="53" d="100"/>
        </p:scale>
        <p:origin x="2844" y="90"/>
      </p:cViewPr>
      <p:guideLst/>
    </p:cSldViewPr>
  </p:notesViewPr>
  <p:gridSpacing cx="360000" cy="360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51A589-07A7-4118-9A53-C0E458AF49EE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FA6DE-97ED-426D-97D3-9947FB6DE2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2809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5432F6-DA97-4F5C-94B7-E6FD8B3ACAB3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E94F2B-E143-49E5-A572-471AB384BD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254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6190D-782D-4A88-99EC-EABABB626A90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6CFC-584A-450C-9623-4213DB6EFB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0685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6190D-782D-4A88-99EC-EABABB626A90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6CFC-584A-450C-9623-4213DB6EFB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5916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6190D-782D-4A88-99EC-EABABB626A90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6CFC-584A-450C-9623-4213DB6EFB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2176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6190D-782D-4A88-99EC-EABABB626A90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6CFC-584A-450C-9623-4213DB6EFB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017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6190D-782D-4A88-99EC-EABABB626A90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6CFC-584A-450C-9623-4213DB6EFB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5233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6190D-782D-4A88-99EC-EABABB626A90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6CFC-584A-450C-9623-4213DB6EFB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3083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6190D-782D-4A88-99EC-EABABB626A90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6CFC-584A-450C-9623-4213DB6EFB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0100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6190D-782D-4A88-99EC-EABABB626A90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6CFC-584A-450C-9623-4213DB6EFB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5266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6190D-782D-4A88-99EC-EABABB626A90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6CFC-584A-450C-9623-4213DB6EFB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9273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6190D-782D-4A88-99EC-EABABB626A90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6CFC-584A-450C-9623-4213DB6EFB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8200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6190D-782D-4A88-99EC-EABABB626A90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6CFC-584A-450C-9623-4213DB6EFB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447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E6190D-782D-4A88-99EC-EABABB626A90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E36CFC-584A-450C-9623-4213DB6EFB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65380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.png"/><Relationship Id="rId18" Type="http://schemas.openxmlformats.org/officeDocument/2006/relationships/image" Target="../media/image28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3.png"/><Relationship Id="rId17" Type="http://schemas.openxmlformats.org/officeDocument/2006/relationships/image" Target="../media/image27.png"/><Relationship Id="rId2" Type="http://schemas.openxmlformats.org/officeDocument/2006/relationships/image" Target="../media/image16.png"/><Relationship Id="rId16" Type="http://schemas.openxmlformats.org/officeDocument/2006/relationships/slide" Target="slide2.xml"/><Relationship Id="rId1" Type="http://schemas.openxmlformats.org/officeDocument/2006/relationships/slideLayout" Target="../slideLayouts/slideLayout4.xml"/><Relationship Id="rId11" Type="http://schemas.openxmlformats.org/officeDocument/2006/relationships/image" Target="../media/image1.png"/><Relationship Id="rId15" Type="http://schemas.openxmlformats.org/officeDocument/2006/relationships/image" Target="../media/image26.png"/><Relationship Id="rId10" Type="http://schemas.openxmlformats.org/officeDocument/2006/relationships/image" Target="../media/image20.png"/><Relationship Id="rId19" Type="http://schemas.openxmlformats.org/officeDocument/2006/relationships/slide" Target="slide3.xml"/><Relationship Id="rId9" Type="http://schemas.openxmlformats.org/officeDocument/2006/relationships/image" Target="../media/image19.png"/><Relationship Id="rId1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26" Type="http://schemas.openxmlformats.org/officeDocument/2006/relationships/image" Target="../media/image53.png"/><Relationship Id="rId3" Type="http://schemas.openxmlformats.org/officeDocument/2006/relationships/image" Target="../media/image30.png"/><Relationship Id="rId21" Type="http://schemas.openxmlformats.org/officeDocument/2006/relationships/image" Target="../media/image48.png"/><Relationship Id="rId34" Type="http://schemas.openxmlformats.org/officeDocument/2006/relationships/image" Target="../media/image61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5" Type="http://schemas.openxmlformats.org/officeDocument/2006/relationships/image" Target="../media/image52.png"/><Relationship Id="rId33" Type="http://schemas.openxmlformats.org/officeDocument/2006/relationships/image" Target="../media/image60.png"/><Relationship Id="rId2" Type="http://schemas.openxmlformats.org/officeDocument/2006/relationships/image" Target="../media/image29.png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29" Type="http://schemas.openxmlformats.org/officeDocument/2006/relationships/image" Target="../media/image5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24" Type="http://schemas.openxmlformats.org/officeDocument/2006/relationships/image" Target="../media/image51.png"/><Relationship Id="rId32" Type="http://schemas.openxmlformats.org/officeDocument/2006/relationships/image" Target="../media/image4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23" Type="http://schemas.openxmlformats.org/officeDocument/2006/relationships/image" Target="../media/image50.png"/><Relationship Id="rId28" Type="http://schemas.openxmlformats.org/officeDocument/2006/relationships/image" Target="../media/image55.png"/><Relationship Id="rId10" Type="http://schemas.openxmlformats.org/officeDocument/2006/relationships/image" Target="../media/image37.png"/><Relationship Id="rId19" Type="http://schemas.openxmlformats.org/officeDocument/2006/relationships/image" Target="../media/image46.png"/><Relationship Id="rId31" Type="http://schemas.openxmlformats.org/officeDocument/2006/relationships/image" Target="../media/image58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Relationship Id="rId22" Type="http://schemas.openxmlformats.org/officeDocument/2006/relationships/image" Target="../media/image49.png"/><Relationship Id="rId27" Type="http://schemas.openxmlformats.org/officeDocument/2006/relationships/image" Target="../media/image54.png"/><Relationship Id="rId30" Type="http://schemas.openxmlformats.org/officeDocument/2006/relationships/image" Target="../media/image57.png"/><Relationship Id="rId35" Type="http://schemas.openxmlformats.org/officeDocument/2006/relationships/image" Target="../media/image62.png"/><Relationship Id="rId8" Type="http://schemas.openxmlformats.org/officeDocument/2006/relationships/image" Target="../media/image35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1.png"/><Relationship Id="rId18" Type="http://schemas.openxmlformats.org/officeDocument/2006/relationships/image" Target="../media/image426.png"/><Relationship Id="rId26" Type="http://schemas.openxmlformats.org/officeDocument/2006/relationships/image" Target="../media/image79.png"/><Relationship Id="rId39" Type="http://schemas.openxmlformats.org/officeDocument/2006/relationships/image" Target="../media/image89.png"/><Relationship Id="rId3" Type="http://schemas.openxmlformats.org/officeDocument/2006/relationships/image" Target="../media/image65.png"/><Relationship Id="rId21" Type="http://schemas.openxmlformats.org/officeDocument/2006/relationships/image" Target="../media/image74.png"/><Relationship Id="rId34" Type="http://schemas.openxmlformats.org/officeDocument/2006/relationships/image" Target="../media/image85.png"/><Relationship Id="rId7" Type="http://schemas.openxmlformats.org/officeDocument/2006/relationships/image" Target="../media/image63.png"/><Relationship Id="rId12" Type="http://schemas.openxmlformats.org/officeDocument/2006/relationships/image" Target="../media/image70.png"/><Relationship Id="rId17" Type="http://schemas.openxmlformats.org/officeDocument/2006/relationships/image" Target="../media/image419.png"/><Relationship Id="rId25" Type="http://schemas.openxmlformats.org/officeDocument/2006/relationships/image" Target="../media/image78.png"/><Relationship Id="rId33" Type="http://schemas.openxmlformats.org/officeDocument/2006/relationships/image" Target="../media/image84.png"/><Relationship Id="rId38" Type="http://schemas.openxmlformats.org/officeDocument/2006/relationships/image" Target="../media/image88.png"/><Relationship Id="rId2" Type="http://schemas.openxmlformats.org/officeDocument/2006/relationships/image" Target="../media/image64.png"/><Relationship Id="rId16" Type="http://schemas.openxmlformats.org/officeDocument/2006/relationships/image" Target="../media/image404.png"/><Relationship Id="rId20" Type="http://schemas.openxmlformats.org/officeDocument/2006/relationships/image" Target="../media/image73.png"/><Relationship Id="rId29" Type="http://schemas.openxmlformats.org/officeDocument/2006/relationships/image" Target="../media/image8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8.png"/><Relationship Id="rId11" Type="http://schemas.openxmlformats.org/officeDocument/2006/relationships/image" Target="../media/image358.png"/><Relationship Id="rId24" Type="http://schemas.openxmlformats.org/officeDocument/2006/relationships/image" Target="../media/image77.png"/><Relationship Id="rId32" Type="http://schemas.openxmlformats.org/officeDocument/2006/relationships/image" Target="../media/image83.png"/><Relationship Id="rId37" Type="http://schemas.openxmlformats.org/officeDocument/2006/relationships/image" Target="../media/image87.png"/><Relationship Id="rId5" Type="http://schemas.openxmlformats.org/officeDocument/2006/relationships/image" Target="../media/image67.png"/><Relationship Id="rId15" Type="http://schemas.openxmlformats.org/officeDocument/2006/relationships/image" Target="../media/image397.png"/><Relationship Id="rId23" Type="http://schemas.openxmlformats.org/officeDocument/2006/relationships/image" Target="../media/image76.png"/><Relationship Id="rId28" Type="http://schemas.openxmlformats.org/officeDocument/2006/relationships/image" Target="../media/image80.png"/><Relationship Id="rId19" Type="http://schemas.openxmlformats.org/officeDocument/2006/relationships/image" Target="../media/image72.png"/><Relationship Id="rId31" Type="http://schemas.openxmlformats.org/officeDocument/2006/relationships/image" Target="../media/image82.png"/><Relationship Id="rId4" Type="http://schemas.openxmlformats.org/officeDocument/2006/relationships/image" Target="../media/image66.png"/><Relationship Id="rId14" Type="http://schemas.openxmlformats.org/officeDocument/2006/relationships/image" Target="../media/image386.png"/><Relationship Id="rId22" Type="http://schemas.openxmlformats.org/officeDocument/2006/relationships/image" Target="../media/image75.png"/><Relationship Id="rId27" Type="http://schemas.openxmlformats.org/officeDocument/2006/relationships/image" Target="../media/image517.png"/><Relationship Id="rId30" Type="http://schemas.openxmlformats.org/officeDocument/2006/relationships/image" Target="../media/image543.png"/><Relationship Id="rId35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2.png"/><Relationship Id="rId18" Type="http://schemas.openxmlformats.org/officeDocument/2006/relationships/image" Target="../media/image426.png"/><Relationship Id="rId39" Type="http://schemas.openxmlformats.org/officeDocument/2006/relationships/image" Target="../media/image105.png"/><Relationship Id="rId3" Type="http://schemas.openxmlformats.org/officeDocument/2006/relationships/image" Target="../media/image65.png"/><Relationship Id="rId21" Type="http://schemas.openxmlformats.org/officeDocument/2006/relationships/image" Target="../media/image95.png"/><Relationship Id="rId7" Type="http://schemas.openxmlformats.org/officeDocument/2006/relationships/image" Target="../media/image90.png"/><Relationship Id="rId12" Type="http://schemas.openxmlformats.org/officeDocument/2006/relationships/image" Target="../media/image91.png"/><Relationship Id="rId17" Type="http://schemas.openxmlformats.org/officeDocument/2006/relationships/image" Target="../media/image419.png"/><Relationship Id="rId33" Type="http://schemas.openxmlformats.org/officeDocument/2006/relationships/image" Target="../media/image6.png"/><Relationship Id="rId38" Type="http://schemas.openxmlformats.org/officeDocument/2006/relationships/image" Target="../media/image104.png"/><Relationship Id="rId2" Type="http://schemas.openxmlformats.org/officeDocument/2006/relationships/image" Target="../media/image64.png"/><Relationship Id="rId16" Type="http://schemas.openxmlformats.org/officeDocument/2006/relationships/image" Target="../media/image404.png"/><Relationship Id="rId20" Type="http://schemas.openxmlformats.org/officeDocument/2006/relationships/image" Target="../media/image94.png"/><Relationship Id="rId29" Type="http://schemas.openxmlformats.org/officeDocument/2006/relationships/image" Target="../media/image10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6.png"/><Relationship Id="rId11" Type="http://schemas.openxmlformats.org/officeDocument/2006/relationships/image" Target="../media/image358.png"/><Relationship Id="rId24" Type="http://schemas.openxmlformats.org/officeDocument/2006/relationships/image" Target="../media/image98.png"/><Relationship Id="rId32" Type="http://schemas.openxmlformats.org/officeDocument/2006/relationships/image" Target="../media/image102.png"/><Relationship Id="rId37" Type="http://schemas.openxmlformats.org/officeDocument/2006/relationships/image" Target="../media/image87.png"/><Relationship Id="rId5" Type="http://schemas.openxmlformats.org/officeDocument/2006/relationships/image" Target="../media/image69.png"/><Relationship Id="rId15" Type="http://schemas.openxmlformats.org/officeDocument/2006/relationships/image" Target="../media/image397.png"/><Relationship Id="rId23" Type="http://schemas.openxmlformats.org/officeDocument/2006/relationships/image" Target="../media/image97.png"/><Relationship Id="rId28" Type="http://schemas.openxmlformats.org/officeDocument/2006/relationships/image" Target="../media/image99.png"/><Relationship Id="rId19" Type="http://schemas.openxmlformats.org/officeDocument/2006/relationships/image" Target="../media/image93.png"/><Relationship Id="rId31" Type="http://schemas.openxmlformats.org/officeDocument/2006/relationships/image" Target="../media/image101.png"/><Relationship Id="rId4" Type="http://schemas.openxmlformats.org/officeDocument/2006/relationships/image" Target="../media/image66.png"/><Relationship Id="rId14" Type="http://schemas.openxmlformats.org/officeDocument/2006/relationships/image" Target="../media/image386.png"/><Relationship Id="rId22" Type="http://schemas.openxmlformats.org/officeDocument/2006/relationships/image" Target="../media/image96.png"/><Relationship Id="rId27" Type="http://schemas.openxmlformats.org/officeDocument/2006/relationships/image" Target="../media/image517.png"/><Relationship Id="rId30" Type="http://schemas.openxmlformats.org/officeDocument/2006/relationships/image" Target="../media/image5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216000" y="1758945"/>
                <a:ext cx="1656587" cy="7862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6000" y="1758945"/>
                <a:ext cx="1656587" cy="7862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3221048" y="2808511"/>
                <a:ext cx="1656587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−0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1048" y="2808511"/>
                <a:ext cx="1656587" cy="7961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5556000" y="1915555"/>
                <a:ext cx="165658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6000" y="1915555"/>
                <a:ext cx="1656587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Заголовок 2"/>
              <p:cNvSpPr>
                <a:spLocks noGrp="1"/>
              </p:cNvSpPr>
              <p:nvPr>
                <p:ph type="title"/>
              </p:nvPr>
            </p:nvSpPr>
            <p:spPr>
              <a:xfrm>
                <a:off x="1344293" y="198408"/>
                <a:ext cx="9071707" cy="1560537"/>
              </a:xfrm>
            </p:spPr>
            <p:txBody>
              <a:bodyPr>
                <a:normAutofit/>
              </a:bodyPr>
              <a:lstStyle/>
              <a:p>
                <a:pPr algn="ctr"/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Misol.</a:t>
                </a:r>
                <a:b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ketma-ketlikning </a:t>
                </a:r>
                <a:r>
                  <a:rPr lang="en-US" sz="2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limiti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ekanligini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ko‘rsating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𝜀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topilsin)</a:t>
                </a:r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Заголовок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344293" y="198408"/>
                <a:ext cx="9071707" cy="1560537"/>
              </a:xfrm>
              <a:blipFill>
                <a:blip r:embed="rId8"/>
                <a:stretch>
                  <a:fillRect t="-1953" b="-58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1725153" y="2975734"/>
                <a:ext cx="194380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5153" y="2975734"/>
                <a:ext cx="1943809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/>
              <p:cNvSpPr txBox="1"/>
              <p:nvPr/>
            </p:nvSpPr>
            <p:spPr>
              <a:xfrm>
                <a:off x="4517713" y="2808511"/>
                <a:ext cx="709747" cy="7862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0" name="TextBox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7713" y="2808511"/>
                <a:ext cx="709747" cy="78624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8976000" y="2760007"/>
                <a:ext cx="2071218" cy="79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6000" y="2760007"/>
                <a:ext cx="2071218" cy="79611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/>
              <p:cNvSpPr txBox="1"/>
              <p:nvPr/>
            </p:nvSpPr>
            <p:spPr>
              <a:xfrm>
                <a:off x="5071583" y="2825146"/>
                <a:ext cx="709747" cy="8489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2" name="TextBox 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1583" y="2825146"/>
                <a:ext cx="709747" cy="848950"/>
              </a:xfrm>
              <a:prstGeom prst="rect">
                <a:avLst/>
              </a:prstGeom>
              <a:blipFill>
                <a:blip r:embed="rId12"/>
                <a:stretch>
                  <a:fillRect r="-1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726386" y="2787500"/>
                <a:ext cx="1297444" cy="1091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den>
                              </m:f>
                            </m:e>
                          </m:d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6386" y="2787500"/>
                <a:ext cx="1297444" cy="109158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829805" y="3018788"/>
                <a:ext cx="70974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9805" y="3018788"/>
                <a:ext cx="709747" cy="46166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Стрелка вправо 1"/>
          <p:cNvSpPr/>
          <p:nvPr/>
        </p:nvSpPr>
        <p:spPr>
          <a:xfrm>
            <a:off x="8291553" y="3158065"/>
            <a:ext cx="360000" cy="243854"/>
          </a:xfrm>
          <a:prstGeom prst="rightArrow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8976000" y="2629774"/>
            <a:ext cx="2071218" cy="1226663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Группа 5"/>
          <p:cNvGrpSpPr/>
          <p:nvPr/>
        </p:nvGrpSpPr>
        <p:grpSpPr>
          <a:xfrm>
            <a:off x="1894027" y="4147866"/>
            <a:ext cx="2419122" cy="1116035"/>
            <a:chOff x="1927924" y="4148591"/>
            <a:chExt cx="2419122" cy="11160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/>
                <p:cNvSpPr txBox="1"/>
                <p:nvPr/>
              </p:nvSpPr>
              <p:spPr>
                <a:xfrm>
                  <a:off x="1927924" y="4475050"/>
                  <a:ext cx="241912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40" name="TextBox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27924" y="4475050"/>
                  <a:ext cx="2419122" cy="461665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Скругленный прямоугольник 17">
              <a:hlinkClick r:id="rId16" action="ppaction://hlinksldjump" tooltip="jarayonni kuzatish"/>
            </p:cNvPr>
            <p:cNvSpPr/>
            <p:nvPr/>
          </p:nvSpPr>
          <p:spPr>
            <a:xfrm>
              <a:off x="2014461" y="4148591"/>
              <a:ext cx="2185650" cy="1116035"/>
            </a:xfrm>
            <a:prstGeom prst="round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Группа 19"/>
          <p:cNvGrpSpPr/>
          <p:nvPr/>
        </p:nvGrpSpPr>
        <p:grpSpPr>
          <a:xfrm>
            <a:off x="7692903" y="4147866"/>
            <a:ext cx="2419122" cy="1116035"/>
            <a:chOff x="1725153" y="4126965"/>
            <a:chExt cx="2419122" cy="11160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/>
                <p:cNvSpPr txBox="1"/>
                <p:nvPr/>
              </p:nvSpPr>
              <p:spPr>
                <a:xfrm>
                  <a:off x="1725153" y="4423355"/>
                  <a:ext cx="241912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=1/100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1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5153" y="4423355"/>
                  <a:ext cx="2419122" cy="461665"/>
                </a:xfrm>
                <a:prstGeom prst="rect">
                  <a:avLst/>
                </a:prstGeom>
                <a:blipFill>
                  <a:blip r:embed="rId17"/>
                  <a:stretch>
                    <a:fillRect b="-1710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Скругленный прямоугольник 21"/>
            <p:cNvSpPr/>
            <p:nvPr/>
          </p:nvSpPr>
          <p:spPr>
            <a:xfrm>
              <a:off x="1776000" y="4126965"/>
              <a:ext cx="2185650" cy="1116035"/>
            </a:xfrm>
            <a:prstGeom prst="round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Группа 22"/>
          <p:cNvGrpSpPr/>
          <p:nvPr/>
        </p:nvGrpSpPr>
        <p:grpSpPr>
          <a:xfrm>
            <a:off x="4793465" y="4147866"/>
            <a:ext cx="2419122" cy="1116035"/>
            <a:chOff x="1725153" y="4126965"/>
            <a:chExt cx="2419122" cy="11160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/>
                <p:cNvSpPr txBox="1"/>
                <p:nvPr/>
              </p:nvSpPr>
              <p:spPr>
                <a:xfrm>
                  <a:off x="1725153" y="4423355"/>
                  <a:ext cx="241912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=1/10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4" name="TextBox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5153" y="4423355"/>
                  <a:ext cx="2419122" cy="461665"/>
                </a:xfrm>
                <a:prstGeom prst="rect">
                  <a:avLst/>
                </a:prstGeom>
                <a:blipFill>
                  <a:blip r:embed="rId18"/>
                  <a:stretch>
                    <a:fillRect b="-1710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Скругленный прямоугольник 24">
              <a:hlinkClick r:id="rId19" action="ppaction://hlinksldjump" tooltip="jarayonni kuzatish"/>
            </p:cNvPr>
            <p:cNvSpPr/>
            <p:nvPr/>
          </p:nvSpPr>
          <p:spPr>
            <a:xfrm>
              <a:off x="1776000" y="4126965"/>
              <a:ext cx="2185650" cy="1116035"/>
            </a:xfrm>
            <a:prstGeom prst="round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19816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50"/>
                            </p:stCondLst>
                            <p:childTnLst>
                              <p:par>
                                <p:cTn id="13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7" grpId="0"/>
      <p:bldP spid="75" grpId="0"/>
      <p:bldP spid="3" grpId="0"/>
      <p:bldP spid="89" grpId="0"/>
      <p:bldP spid="90" grpId="0"/>
      <p:bldP spid="91" grpId="0"/>
      <p:bldP spid="92" grpId="0"/>
      <p:bldP spid="13" grpId="0"/>
      <p:bldP spid="14" grpId="0"/>
      <p:bldP spid="2" grpId="0" animBg="1"/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Прямая со стрелкой 7"/>
          <p:cNvCxnSpPr/>
          <p:nvPr/>
        </p:nvCxnSpPr>
        <p:spPr>
          <a:xfrm flipV="1">
            <a:off x="5917927" y="2168929"/>
            <a:ext cx="0" cy="3829049"/>
          </a:xfrm>
          <a:prstGeom prst="straightConnector1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/>
          <p:nvPr/>
        </p:nvCxnSpPr>
        <p:spPr>
          <a:xfrm>
            <a:off x="5917927" y="4106282"/>
            <a:ext cx="4942166" cy="10087"/>
          </a:xfrm>
          <a:prstGeom prst="straightConnector1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736000" y="2757384"/>
            <a:ext cx="41376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chemeClr val="tx2"/>
                </a:solidFill>
              </a:rPr>
              <a:t> ……………………………....................</a:t>
            </a:r>
            <a:endParaRPr lang="ru-RU" sz="2400" dirty="0">
              <a:solidFill>
                <a:schemeClr val="tx2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736000" y="4887786"/>
            <a:ext cx="41376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chemeClr val="tx2"/>
                </a:solidFill>
              </a:rPr>
              <a:t> ……………………………....................</a:t>
            </a:r>
            <a:endParaRPr lang="ru-RU" sz="2400" dirty="0">
              <a:solidFill>
                <a:schemeClr val="tx2"/>
              </a:solidFill>
            </a:endParaRPr>
          </a:p>
        </p:txBody>
      </p:sp>
      <p:sp>
        <p:nvSpPr>
          <p:cNvPr id="26" name="Блок-схема: узел 25"/>
          <p:cNvSpPr/>
          <p:nvPr/>
        </p:nvSpPr>
        <p:spPr>
          <a:xfrm>
            <a:off x="6530952" y="3002376"/>
            <a:ext cx="89834" cy="80345"/>
          </a:xfrm>
          <a:prstGeom prst="flowChartConnector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3600" dirty="0">
              <a:solidFill>
                <a:srgbClr val="FF0000"/>
              </a:solidFill>
            </a:endParaRPr>
          </a:p>
        </p:txBody>
      </p:sp>
      <p:sp>
        <p:nvSpPr>
          <p:cNvPr id="27" name="Блок-схема: узел 26"/>
          <p:cNvSpPr/>
          <p:nvPr/>
        </p:nvSpPr>
        <p:spPr>
          <a:xfrm>
            <a:off x="6895596" y="3421753"/>
            <a:ext cx="89834" cy="80345"/>
          </a:xfrm>
          <a:prstGeom prst="flowChart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chemeClr val="tx2"/>
              </a:solidFill>
            </a:endParaRPr>
          </a:p>
        </p:txBody>
      </p:sp>
      <p:sp>
        <p:nvSpPr>
          <p:cNvPr id="28" name="Блок-схема: узел 27"/>
          <p:cNvSpPr/>
          <p:nvPr/>
        </p:nvSpPr>
        <p:spPr>
          <a:xfrm>
            <a:off x="7225352" y="3566934"/>
            <a:ext cx="89834" cy="80345"/>
          </a:xfrm>
          <a:prstGeom prst="flowChart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chemeClr val="tx2"/>
              </a:solidFill>
            </a:endParaRPr>
          </a:p>
        </p:txBody>
      </p:sp>
      <p:sp>
        <p:nvSpPr>
          <p:cNvPr id="29" name="Блок-схема: узел 28"/>
          <p:cNvSpPr/>
          <p:nvPr/>
        </p:nvSpPr>
        <p:spPr>
          <a:xfrm>
            <a:off x="7483589" y="3733843"/>
            <a:ext cx="89834" cy="80345"/>
          </a:xfrm>
          <a:prstGeom prst="flowChart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chemeClr val="tx2"/>
              </a:solidFill>
            </a:endParaRPr>
          </a:p>
        </p:txBody>
      </p:sp>
      <p:sp>
        <p:nvSpPr>
          <p:cNvPr id="30" name="Блок-схема: узел 29"/>
          <p:cNvSpPr/>
          <p:nvPr/>
        </p:nvSpPr>
        <p:spPr>
          <a:xfrm>
            <a:off x="7699241" y="3796435"/>
            <a:ext cx="89834" cy="80345"/>
          </a:xfrm>
          <a:prstGeom prst="flowChart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chemeClr val="tx2"/>
              </a:solidFill>
            </a:endParaRPr>
          </a:p>
        </p:txBody>
      </p:sp>
      <p:sp>
        <p:nvSpPr>
          <p:cNvPr id="31" name="Блок-схема: узел 30"/>
          <p:cNvSpPr/>
          <p:nvPr/>
        </p:nvSpPr>
        <p:spPr>
          <a:xfrm>
            <a:off x="7899296" y="3861895"/>
            <a:ext cx="89834" cy="80345"/>
          </a:xfrm>
          <a:prstGeom prst="flowChart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 flipH="1">
                <a:off x="10564271" y="4027143"/>
                <a:ext cx="8271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ru-RU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0564271" y="4027143"/>
                <a:ext cx="827118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 flipH="1">
                <a:off x="5264605" y="1920591"/>
                <a:ext cx="8271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ru-RU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264605" y="1920591"/>
                <a:ext cx="827118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587200" y="3919182"/>
                <a:ext cx="29759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7200" y="3919182"/>
                <a:ext cx="297599" cy="400110"/>
              </a:xfrm>
              <a:prstGeom prst="rect">
                <a:avLst/>
              </a:prstGeom>
              <a:blipFill>
                <a:blip r:embed="rId4"/>
                <a:stretch>
                  <a:fillRect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5547909" y="2811717"/>
                <a:ext cx="29759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7909" y="2811717"/>
                <a:ext cx="297599" cy="400110"/>
              </a:xfrm>
              <a:prstGeom prst="rect">
                <a:avLst/>
              </a:prstGeom>
              <a:blipFill>
                <a:blip r:embed="rId5"/>
                <a:stretch>
                  <a:fillRect r="-8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5380565" y="5026387"/>
                <a:ext cx="29759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0565" y="5026387"/>
                <a:ext cx="297599" cy="400110"/>
              </a:xfrm>
              <a:prstGeom prst="rect">
                <a:avLst/>
              </a:prstGeom>
              <a:blipFill>
                <a:blip r:embed="rId6"/>
                <a:stretch>
                  <a:fillRect r="-72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710532" y="1567587"/>
                <a:ext cx="177753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532" y="1567587"/>
                <a:ext cx="1777531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Блок-схема: узел 40"/>
          <p:cNvSpPr/>
          <p:nvPr/>
        </p:nvSpPr>
        <p:spPr>
          <a:xfrm>
            <a:off x="8099351" y="3910121"/>
            <a:ext cx="89834" cy="80345"/>
          </a:xfrm>
          <a:prstGeom prst="flowChart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Заголовок 5"/>
              <p:cNvSpPr>
                <a:spLocks noGrp="1"/>
              </p:cNvSpPr>
              <p:nvPr>
                <p:ph type="title"/>
              </p:nvPr>
            </p:nvSpPr>
            <p:spPr>
              <a:xfrm>
                <a:off x="2976452" y="2824723"/>
                <a:ext cx="397800" cy="363875"/>
              </a:xfr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32" name="Заголовок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976452" y="2824723"/>
                <a:ext cx="397800" cy="363875"/>
              </a:xfrm>
              <a:blipFill>
                <a:blip r:embed="rId8"/>
                <a:stretch>
                  <a:fillRect r="-13636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Заголовок 5"/>
              <p:cNvSpPr txBox="1">
                <a:spLocks/>
              </p:cNvSpPr>
              <p:nvPr/>
            </p:nvSpPr>
            <p:spPr>
              <a:xfrm>
                <a:off x="2902902" y="3141523"/>
                <a:ext cx="545507" cy="59875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39" name="Заголовок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2902" y="3141523"/>
                <a:ext cx="545507" cy="59875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Заголовок 5"/>
              <p:cNvSpPr txBox="1">
                <a:spLocks/>
              </p:cNvSpPr>
              <p:nvPr/>
            </p:nvSpPr>
            <p:spPr>
              <a:xfrm>
                <a:off x="2916698" y="3690305"/>
                <a:ext cx="426855" cy="533733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42" name="Заголовок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6698" y="3690305"/>
                <a:ext cx="426855" cy="533733"/>
              </a:xfrm>
              <a:prstGeom prst="rect">
                <a:avLst/>
              </a:prstGeom>
              <a:blipFill>
                <a:blip r:embed="rId10"/>
                <a:stretch>
                  <a:fillRect r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2891680" y="2375224"/>
                <a:ext cx="54957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1680" y="2375224"/>
                <a:ext cx="549574" cy="461665"/>
              </a:xfrm>
              <a:prstGeom prst="rect">
                <a:avLst/>
              </a:prstGeom>
              <a:blipFill>
                <a:blip r:embed="rId11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3204855" y="2397332"/>
                <a:ext cx="7382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4855" y="2397332"/>
                <a:ext cx="738215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2841220" y="2379796"/>
                <a:ext cx="64105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1220" y="2379796"/>
                <a:ext cx="641052" cy="461665"/>
              </a:xfrm>
              <a:prstGeom prst="rect">
                <a:avLst/>
              </a:prstGeom>
              <a:blipFill>
                <a:blip r:embed="rId13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3275578" y="2835070"/>
                <a:ext cx="7858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=1/2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578" y="2835070"/>
                <a:ext cx="785855" cy="369332"/>
              </a:xfrm>
              <a:prstGeom prst="rect">
                <a:avLst/>
              </a:prstGeom>
              <a:blipFill>
                <a:blip r:embed="rId1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Заголовок 5"/>
              <p:cNvSpPr txBox="1">
                <a:spLocks/>
              </p:cNvSpPr>
              <p:nvPr/>
            </p:nvSpPr>
            <p:spPr>
              <a:xfrm>
                <a:off x="2976452" y="2728474"/>
                <a:ext cx="411214" cy="5544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48" name="Заголовок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6452" y="2728474"/>
                <a:ext cx="411214" cy="554400"/>
              </a:xfrm>
              <a:prstGeom prst="rect">
                <a:avLst/>
              </a:prstGeom>
              <a:blipFill>
                <a:blip r:embed="rId15"/>
                <a:stretch>
                  <a:fillRect r="-10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 flipH="1">
                <a:off x="3248877" y="3297344"/>
                <a:ext cx="7934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=1/3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248877" y="3297344"/>
                <a:ext cx="793477" cy="369332"/>
              </a:xfrm>
              <a:prstGeom prst="rect">
                <a:avLst/>
              </a:prstGeom>
              <a:blipFill>
                <a:blip r:embed="rId1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Заголовок 5"/>
              <p:cNvSpPr txBox="1">
                <a:spLocks/>
              </p:cNvSpPr>
              <p:nvPr/>
            </p:nvSpPr>
            <p:spPr>
              <a:xfrm>
                <a:off x="2905782" y="3144347"/>
                <a:ext cx="545507" cy="59875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50" name="Заголовок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5782" y="3144347"/>
                <a:ext cx="545507" cy="59875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3199931" y="3779616"/>
                <a:ext cx="8615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=1/4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9931" y="3779616"/>
                <a:ext cx="861502" cy="369332"/>
              </a:xfrm>
              <a:prstGeom prst="rect">
                <a:avLst/>
              </a:prstGeom>
              <a:blipFill>
                <a:blip r:embed="rId18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Заголовок 5"/>
              <p:cNvSpPr txBox="1">
                <a:spLocks/>
              </p:cNvSpPr>
              <p:nvPr/>
            </p:nvSpPr>
            <p:spPr>
              <a:xfrm>
                <a:off x="2914092" y="3681161"/>
                <a:ext cx="426855" cy="533733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52" name="Заголовок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4092" y="3681161"/>
                <a:ext cx="426855" cy="533733"/>
              </a:xfrm>
              <a:prstGeom prst="rect">
                <a:avLst/>
              </a:prstGeom>
              <a:blipFill>
                <a:blip r:embed="rId19"/>
                <a:stretch>
                  <a:fillRect r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TextBox 52"/>
          <p:cNvSpPr txBox="1"/>
          <p:nvPr/>
        </p:nvSpPr>
        <p:spPr>
          <a:xfrm>
            <a:off x="3127278" y="3987091"/>
            <a:ext cx="6335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. .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3186864" y="5214659"/>
            <a:ext cx="7119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. .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2901705" y="4436132"/>
                <a:ext cx="5381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1705" y="4436132"/>
                <a:ext cx="538104" cy="461665"/>
              </a:xfrm>
              <a:prstGeom prst="rect">
                <a:avLst/>
              </a:prstGeom>
              <a:blipFill>
                <a:blip r:embed="rId20"/>
                <a:stretch>
                  <a:fillRect r="-34091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3444031" y="4515773"/>
                <a:ext cx="1063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1/100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4031" y="4515773"/>
                <a:ext cx="1063100" cy="369332"/>
              </a:xfrm>
              <a:prstGeom prst="rect">
                <a:avLst/>
              </a:prstGeom>
              <a:blipFill>
                <a:blip r:embed="rId21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2902902" y="4960452"/>
                <a:ext cx="4774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101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2902" y="4960452"/>
                <a:ext cx="477425" cy="461665"/>
              </a:xfrm>
              <a:prstGeom prst="rect">
                <a:avLst/>
              </a:prstGeom>
              <a:blipFill>
                <a:blip r:embed="rId22"/>
                <a:stretch>
                  <a:fillRect r="-46835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3470859" y="5052785"/>
                <a:ext cx="10642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=1/101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0859" y="5052785"/>
                <a:ext cx="1064276" cy="369332"/>
              </a:xfrm>
              <a:prstGeom prst="rect">
                <a:avLst/>
              </a:prstGeom>
              <a:blipFill>
                <a:blip r:embed="rId2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1175242" y="2382256"/>
                <a:ext cx="11120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ru-RU" sz="2200" dirty="0"/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5242" y="2382256"/>
                <a:ext cx="1112001" cy="461665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/>
              <p:cNvSpPr txBox="1"/>
              <p:nvPr/>
            </p:nvSpPr>
            <p:spPr>
              <a:xfrm>
                <a:off x="1182951" y="3767614"/>
                <a:ext cx="100557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endParaRPr lang="ru-RU" sz="2200" dirty="0"/>
              </a:p>
            </p:txBody>
          </p:sp>
        </mc:Choice>
        <mc:Fallback xmlns=""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2951" y="3767614"/>
                <a:ext cx="1005575" cy="461665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1182951" y="3220953"/>
                <a:ext cx="100557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ru-RU" sz="2200" dirty="0"/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2951" y="3220953"/>
                <a:ext cx="1005575" cy="461665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1182951" y="2754601"/>
                <a:ext cx="100557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ru-RU" sz="2200" dirty="0"/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2951" y="2754601"/>
                <a:ext cx="1005575" cy="461665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1139623" y="4970531"/>
                <a:ext cx="13484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=101</m:t>
                    </m:r>
                  </m:oMath>
                </a14:m>
                <a:endParaRPr lang="ru-RU" sz="2200" dirty="0"/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9623" y="4970531"/>
                <a:ext cx="1348440" cy="461665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1157192" y="4419188"/>
                <a:ext cx="13915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=100</m:t>
                    </m:r>
                  </m:oMath>
                </a14:m>
                <a:endParaRPr lang="ru-RU" sz="2200" dirty="0"/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7192" y="4419188"/>
                <a:ext cx="1391513" cy="461665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TextBox 68"/>
          <p:cNvSpPr txBox="1"/>
          <p:nvPr/>
        </p:nvSpPr>
        <p:spPr>
          <a:xfrm>
            <a:off x="1433802" y="3991941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2897415" y="4442534"/>
                <a:ext cx="5381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7415" y="4442534"/>
                <a:ext cx="538104" cy="461665"/>
              </a:xfrm>
              <a:prstGeom prst="rect">
                <a:avLst/>
              </a:prstGeom>
              <a:blipFill>
                <a:blip r:embed="rId30"/>
                <a:stretch>
                  <a:fillRect r="-32584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2902902" y="4960763"/>
                <a:ext cx="4774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101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2902" y="4960763"/>
                <a:ext cx="477425" cy="461665"/>
              </a:xfrm>
              <a:prstGeom prst="rect">
                <a:avLst/>
              </a:prstGeom>
              <a:blipFill>
                <a:blip r:embed="rId31"/>
                <a:stretch>
                  <a:fillRect r="-468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TextBox 71"/>
          <p:cNvSpPr txBox="1"/>
          <p:nvPr/>
        </p:nvSpPr>
        <p:spPr>
          <a:xfrm>
            <a:off x="1449099" y="5214875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. . 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2218872" y="1567587"/>
                <a:ext cx="241912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8872" y="1567587"/>
                <a:ext cx="2419122" cy="461665"/>
              </a:xfrm>
              <a:prstGeom prst="rect">
                <a:avLst/>
              </a:prstGeom>
              <a:blipFill>
                <a:blip r:embed="rId32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Блок-схема: узел 75"/>
          <p:cNvSpPr/>
          <p:nvPr/>
        </p:nvSpPr>
        <p:spPr>
          <a:xfrm>
            <a:off x="8299176" y="3938961"/>
            <a:ext cx="89834" cy="80345"/>
          </a:xfrm>
          <a:prstGeom prst="flowChart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chemeClr val="tx2"/>
              </a:solidFill>
            </a:endParaRPr>
          </a:p>
        </p:txBody>
      </p:sp>
      <p:sp>
        <p:nvSpPr>
          <p:cNvPr id="77" name="Блок-схема: узел 76"/>
          <p:cNvSpPr/>
          <p:nvPr/>
        </p:nvSpPr>
        <p:spPr>
          <a:xfrm>
            <a:off x="8409167" y="3953892"/>
            <a:ext cx="89834" cy="80345"/>
          </a:xfrm>
          <a:prstGeom prst="flowChart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chemeClr val="tx2"/>
              </a:solidFill>
            </a:endParaRPr>
          </a:p>
        </p:txBody>
      </p:sp>
      <p:sp>
        <p:nvSpPr>
          <p:cNvPr id="78" name="Блок-схема: узел 77"/>
          <p:cNvSpPr/>
          <p:nvPr/>
        </p:nvSpPr>
        <p:spPr>
          <a:xfrm>
            <a:off x="8528845" y="3973072"/>
            <a:ext cx="89834" cy="80345"/>
          </a:xfrm>
          <a:prstGeom prst="flowChart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chemeClr val="tx2"/>
              </a:solidFill>
            </a:endParaRPr>
          </a:p>
        </p:txBody>
      </p:sp>
      <p:sp>
        <p:nvSpPr>
          <p:cNvPr id="79" name="Блок-схема: узел 78"/>
          <p:cNvSpPr/>
          <p:nvPr/>
        </p:nvSpPr>
        <p:spPr>
          <a:xfrm>
            <a:off x="8648523" y="3984089"/>
            <a:ext cx="89834" cy="80345"/>
          </a:xfrm>
          <a:prstGeom prst="flowChart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chemeClr val="tx2"/>
              </a:solidFill>
            </a:endParaRPr>
          </a:p>
        </p:txBody>
      </p:sp>
      <p:sp>
        <p:nvSpPr>
          <p:cNvPr id="80" name="Блок-схема: узел 79"/>
          <p:cNvSpPr/>
          <p:nvPr/>
        </p:nvSpPr>
        <p:spPr>
          <a:xfrm>
            <a:off x="8738357" y="3983899"/>
            <a:ext cx="89834" cy="80345"/>
          </a:xfrm>
          <a:prstGeom prst="flowChart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chemeClr val="tx2"/>
              </a:solidFill>
            </a:endParaRPr>
          </a:p>
        </p:txBody>
      </p:sp>
      <p:sp>
        <p:nvSpPr>
          <p:cNvPr id="81" name="Блок-схема: узел 80"/>
          <p:cNvSpPr/>
          <p:nvPr/>
        </p:nvSpPr>
        <p:spPr>
          <a:xfrm>
            <a:off x="8828191" y="3983709"/>
            <a:ext cx="89834" cy="80345"/>
          </a:xfrm>
          <a:prstGeom prst="flowChart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chemeClr val="tx2"/>
              </a:solidFill>
            </a:endParaRPr>
          </a:p>
        </p:txBody>
      </p:sp>
      <p:sp>
        <p:nvSpPr>
          <p:cNvPr id="82" name="Блок-схема: узел 81"/>
          <p:cNvSpPr/>
          <p:nvPr/>
        </p:nvSpPr>
        <p:spPr>
          <a:xfrm>
            <a:off x="8922474" y="3983709"/>
            <a:ext cx="89834" cy="80345"/>
          </a:xfrm>
          <a:prstGeom prst="flowChart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chemeClr val="tx2"/>
              </a:solidFill>
            </a:endParaRPr>
          </a:p>
        </p:txBody>
      </p:sp>
      <p:sp>
        <p:nvSpPr>
          <p:cNvPr id="83" name="Блок-схема: узел 82"/>
          <p:cNvSpPr/>
          <p:nvPr/>
        </p:nvSpPr>
        <p:spPr>
          <a:xfrm>
            <a:off x="8992786" y="3983709"/>
            <a:ext cx="89834" cy="80345"/>
          </a:xfrm>
          <a:prstGeom prst="flowChart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chemeClr val="tx2"/>
              </a:solidFill>
            </a:endParaRPr>
          </a:p>
        </p:txBody>
      </p:sp>
      <p:sp>
        <p:nvSpPr>
          <p:cNvPr id="84" name="Блок-схема: узел 83"/>
          <p:cNvSpPr/>
          <p:nvPr/>
        </p:nvSpPr>
        <p:spPr>
          <a:xfrm>
            <a:off x="9063098" y="3983709"/>
            <a:ext cx="89834" cy="80345"/>
          </a:xfrm>
          <a:prstGeom prst="flowChart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chemeClr val="tx2"/>
              </a:solidFill>
            </a:endParaRPr>
          </a:p>
        </p:txBody>
      </p:sp>
      <p:sp>
        <p:nvSpPr>
          <p:cNvPr id="85" name="Блок-схема: узел 84"/>
          <p:cNvSpPr/>
          <p:nvPr/>
        </p:nvSpPr>
        <p:spPr>
          <a:xfrm>
            <a:off x="9127537" y="3983709"/>
            <a:ext cx="89834" cy="80345"/>
          </a:xfrm>
          <a:prstGeom prst="flowChart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/>
              <p:cNvSpPr txBox="1"/>
              <p:nvPr/>
            </p:nvSpPr>
            <p:spPr>
              <a:xfrm>
                <a:off x="5118304" y="3926144"/>
                <a:ext cx="9244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6" name="TextBox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8304" y="3926144"/>
                <a:ext cx="924477" cy="40011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/>
              <p:cNvSpPr txBox="1"/>
              <p:nvPr/>
            </p:nvSpPr>
            <p:spPr>
              <a:xfrm>
                <a:off x="5206288" y="5033349"/>
                <a:ext cx="76182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6288" y="5033349"/>
                <a:ext cx="761824" cy="40011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/>
              <p:cNvSpPr txBox="1"/>
              <p:nvPr/>
            </p:nvSpPr>
            <p:spPr>
              <a:xfrm>
                <a:off x="5129729" y="2825901"/>
                <a:ext cx="79926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8" name="Text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9729" y="2825901"/>
                <a:ext cx="799269" cy="40011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2386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150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5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500"/>
                            </p:stCondLst>
                            <p:childTnLst>
                              <p:par>
                                <p:cTn id="17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80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8500"/>
                            </p:stCondLst>
                            <p:childTnLst>
                              <p:par>
                                <p:cTn id="54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9500"/>
                            </p:stCondLst>
                            <p:childTnLst>
                              <p:par>
                                <p:cTn id="58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500"/>
                            </p:stCondLst>
                            <p:childTnLst>
                              <p:par>
                                <p:cTn id="62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1000"/>
                            </p:stCondLst>
                            <p:childTnLst>
                              <p:par>
                                <p:cTn id="6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1500"/>
                            </p:stCondLst>
                            <p:childTnLst>
                              <p:par>
                                <p:cTn id="7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1500"/>
                            </p:stCondLst>
                            <p:childTnLst>
                              <p:par>
                                <p:cTn id="82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4.44444E-6 L 0.13881 4.44444E-6 C 0.20261 4.44444E-6 0.2836 0.01064 0.2836 0.01967 L 0.2836 0.04027 " pathEditMode="relative" rAng="0" ptsTypes="AAAA">
                                      <p:cBhvr>
                                        <p:cTn id="83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180" y="20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3500"/>
                            </p:stCondLst>
                            <p:childTnLst>
                              <p:par>
                                <p:cTn id="85" presetID="6" presetClass="emph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6" dur="10" fill="hold"/>
                                        <p:tgtEl>
                                          <p:spTgt spid="46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3510"/>
                            </p:stCondLst>
                            <p:childTnLst>
                              <p:par>
                                <p:cTn id="88" presetID="3" presetClass="emph" presetSubtype="2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9" dur="1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3520"/>
                            </p:stCondLst>
                            <p:childTnLst>
                              <p:par>
                                <p:cTn id="9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4020"/>
                            </p:stCondLst>
                            <p:childTnLst>
                              <p:par>
                                <p:cTn id="9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4520"/>
                            </p:stCondLst>
                            <p:childTnLst>
                              <p:par>
                                <p:cTn id="10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5520"/>
                            </p:stCondLst>
                            <p:childTnLst>
                              <p:par>
                                <p:cTn id="1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6020"/>
                            </p:stCondLst>
                            <p:childTnLst>
                              <p:par>
                                <p:cTn id="115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4.44444E-6 L 0.14883 -4.44444E-6 C 0.2181 -4.44444E-6 0.31198 0.01112 0.31198 0.02037 L 0.31198 0.04144 " pathEditMode="relative" rAng="0" ptsTypes="AAAA">
                                      <p:cBhvr>
                                        <p:cTn id="116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599" y="206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8020"/>
                            </p:stCondLst>
                            <p:childTnLst>
                              <p:par>
                                <p:cTn id="118" presetID="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9" dur="10" fill="hold"/>
                                        <p:tgtEl>
                                          <p:spTgt spid="48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8030"/>
                            </p:stCondLst>
                            <p:childTnLst>
                              <p:par>
                                <p:cTn id="12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8530"/>
                            </p:stCondLst>
                            <p:childTnLst>
                              <p:par>
                                <p:cTn id="12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9530"/>
                            </p:stCondLst>
                            <p:childTnLst>
                              <p:par>
                                <p:cTn id="13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20530"/>
                            </p:stCondLst>
                            <p:childTnLst>
                              <p:par>
                                <p:cTn id="1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21030"/>
                            </p:stCondLst>
                            <p:childTnLst>
                              <p:par>
                                <p:cTn id="145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-3.33333E-6 L 0.16159 -3.33333E-6 C 0.23711 -3.33333E-6 0.33997 0.00162 0.33997 0.00324 L 0.33997 0.00672 " pathEditMode="relative" rAng="0" ptsTypes="AAAA">
                                      <p:cBhvr>
                                        <p:cTn id="146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992" y="3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23030"/>
                            </p:stCondLst>
                            <p:childTnLst>
                              <p:par>
                                <p:cTn id="148" presetID="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9" dur="10" fill="hold"/>
                                        <p:tgtEl>
                                          <p:spTgt spid="50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23040"/>
                            </p:stCondLst>
                            <p:childTnLst>
                              <p:par>
                                <p:cTn id="15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23540"/>
                            </p:stCondLst>
                            <p:childTnLst>
                              <p:par>
                                <p:cTn id="15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24540"/>
                            </p:stCondLst>
                            <p:childTnLst>
                              <p:par>
                                <p:cTn id="16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25540"/>
                            </p:stCondLst>
                            <p:childTnLst>
                              <p:par>
                                <p:cTn id="1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25540"/>
                            </p:stCondLst>
                            <p:childTnLst>
                              <p:par>
                                <p:cTn id="175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-4.44444E-6 L 0.17565 -4.44444E-6 C 0.25859 -4.44444E-6 0.36602 -0.01226 0.36602 -0.02245 L 0.36602 -0.04467 " pathEditMode="relative" rAng="0" ptsTypes="AAAA">
                                      <p:cBhvr>
                                        <p:cTn id="176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294" y="-224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27540"/>
                            </p:stCondLst>
                            <p:childTnLst>
                              <p:par>
                                <p:cTn id="178" presetID="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79" dur="10" fill="hold"/>
                                        <p:tgtEl>
                                          <p:spTgt spid="52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27550"/>
                            </p:stCondLst>
                            <p:childTnLst>
                              <p:par>
                                <p:cTn id="18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28050"/>
                            </p:stCondLst>
                            <p:childTnLst>
                              <p:par>
                                <p:cTn id="18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28060"/>
                            </p:stCondLst>
                            <p:childTnLst>
                              <p:par>
                                <p:cTn id="18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28070"/>
                            </p:stCondLst>
                            <p:childTnLst>
                              <p:par>
                                <p:cTn id="19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28570"/>
                            </p:stCondLst>
                            <p:childTnLst>
                              <p:par>
                                <p:cTn id="19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29070"/>
                            </p:stCondLst>
                            <p:childTnLst>
                              <p:par>
                                <p:cTn id="19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29570"/>
                            </p:stCondLst>
                            <p:childTnLst>
                              <p:par>
                                <p:cTn id="20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30070"/>
                            </p:stCondLst>
                            <p:childTnLst>
                              <p:par>
                                <p:cTn id="20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2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7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31070"/>
                            </p:stCondLst>
                            <p:childTnLst>
                              <p:par>
                                <p:cTn id="2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" fill="hold">
                            <p:stCondLst>
                              <p:cond delay="31080"/>
                            </p:stCondLst>
                            <p:childTnLst>
                              <p:par>
                                <p:cTn id="223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1.11022E-16 L 0.24231 1.11022E-16 C 0.33333 1.11022E-16 0.43958 -0.03472 0.43958 -0.06157 L 0.43958 -0.11921 " pathEditMode="relative" rAng="0" ptsTypes="AAAA">
                                      <p:cBhvr>
                                        <p:cTn id="224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979" y="-59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" fill="hold">
                            <p:stCondLst>
                              <p:cond delay="33080"/>
                            </p:stCondLst>
                            <p:childTnLst>
                              <p:par>
                                <p:cTn id="226" presetID="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7" dur="10" fill="hold"/>
                                        <p:tgtEl>
                                          <p:spTgt spid="70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33090"/>
                            </p:stCondLst>
                            <p:childTnLst>
                              <p:par>
                                <p:cTn id="22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33590"/>
                            </p:stCondLst>
                            <p:childTnLst>
                              <p:par>
                                <p:cTn id="23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34090"/>
                            </p:stCondLst>
                            <p:childTnLst>
                              <p:par>
                                <p:cTn id="23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2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3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7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9" fill="hold">
                            <p:stCondLst>
                              <p:cond delay="35090"/>
                            </p:stCondLst>
                            <p:childTnLst>
                              <p:par>
                                <p:cTn id="2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2" fill="hold">
                            <p:stCondLst>
                              <p:cond delay="35100"/>
                            </p:stCondLst>
                            <p:childTnLst>
                              <p:par>
                                <p:cTn id="253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88 -0.00254 L 0.27058 -0.00254 C 0.34466 -0.00254 0.43203 -0.05416 0.43203 -0.09675 L 0.43203 -0.19143 " pathEditMode="relative" rAng="0" ptsTypes="AAAA">
                                      <p:cBhvr>
                                        <p:cTn id="254" dur="2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161" y="-94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37100"/>
                            </p:stCondLst>
                            <p:childTnLst>
                              <p:par>
                                <p:cTn id="256" presetID="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57" dur="10" fill="hold"/>
                                        <p:tgtEl>
                                          <p:spTgt spid="71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8" fill="hold">
                            <p:stCondLst>
                              <p:cond delay="37110"/>
                            </p:stCondLst>
                            <p:childTnLst>
                              <p:par>
                                <p:cTn id="25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" fill="hold">
                            <p:stCondLst>
                              <p:cond delay="37610"/>
                            </p:stCondLst>
                            <p:childTnLst>
                              <p:par>
                                <p:cTn id="26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7" fill="hold">
                            <p:stCondLst>
                              <p:cond delay="38110"/>
                            </p:stCondLst>
                            <p:childTnLst>
                              <p:par>
                                <p:cTn id="268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" fill="hold">
                            <p:stCondLst>
                              <p:cond delay="39110"/>
                            </p:stCondLst>
                            <p:childTnLst>
                              <p:par>
                                <p:cTn id="272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5" fill="hold">
                            <p:stCondLst>
                              <p:cond delay="40110"/>
                            </p:stCondLst>
                            <p:childTnLst>
                              <p:par>
                                <p:cTn id="276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9" fill="hold">
                            <p:stCondLst>
                              <p:cond delay="41110"/>
                            </p:stCondLst>
                            <p:childTnLst>
                              <p:par>
                                <p:cTn id="280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3" fill="hold">
                            <p:stCondLst>
                              <p:cond delay="42110"/>
                            </p:stCondLst>
                            <p:childTnLst>
                              <p:par>
                                <p:cTn id="284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7" fill="hold">
                            <p:stCondLst>
                              <p:cond delay="43110"/>
                            </p:stCondLst>
                            <p:childTnLst>
                              <p:par>
                                <p:cTn id="288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1" fill="hold">
                            <p:stCondLst>
                              <p:cond delay="44110"/>
                            </p:stCondLst>
                            <p:childTnLst>
                              <p:par>
                                <p:cTn id="292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5" fill="hold">
                            <p:stCondLst>
                              <p:cond delay="45110"/>
                            </p:stCondLst>
                            <p:childTnLst>
                              <p:par>
                                <p:cTn id="296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3" grpId="0"/>
      <p:bldP spid="34" grpId="0"/>
      <p:bldP spid="9" grpId="0"/>
      <p:bldP spid="35" grpId="0"/>
      <p:bldP spid="36" grpId="0"/>
      <p:bldP spid="41" grpId="0" animBg="1"/>
      <p:bldP spid="32" grpId="0"/>
      <p:bldP spid="39" grpId="0"/>
      <p:bldP spid="42" grpId="0"/>
      <p:bldP spid="44" grpId="0"/>
      <p:bldP spid="45" grpId="0"/>
      <p:bldP spid="46" grpId="0"/>
      <p:bldP spid="46" grpId="1"/>
      <p:bldP spid="46" grpId="2"/>
      <p:bldP spid="46" grpId="3"/>
      <p:bldP spid="47" grpId="0"/>
      <p:bldP spid="48" grpId="0"/>
      <p:bldP spid="48" grpId="1"/>
      <p:bldP spid="48" grpId="2"/>
      <p:bldP spid="49" grpId="0"/>
      <p:bldP spid="50" grpId="0"/>
      <p:bldP spid="50" grpId="1"/>
      <p:bldP spid="50" grpId="2"/>
      <p:bldP spid="51" grpId="0"/>
      <p:bldP spid="52" grpId="0"/>
      <p:bldP spid="52" grpId="1"/>
      <p:bldP spid="52" grpId="2"/>
      <p:bldP spid="53" grpId="0"/>
      <p:bldP spid="56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7" grpId="0"/>
      <p:bldP spid="68" grpId="0"/>
      <p:bldP spid="69" grpId="0"/>
      <p:bldP spid="70" grpId="0"/>
      <p:bldP spid="70" grpId="1"/>
      <p:bldP spid="70" grpId="2"/>
      <p:bldP spid="71" grpId="0"/>
      <p:bldP spid="71" grpId="1"/>
      <p:bldP spid="71" grpId="2"/>
      <p:bldP spid="72" grpId="0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/>
      <p:bldP spid="86" grpId="1"/>
      <p:bldP spid="87" grpId="0"/>
      <p:bldP spid="87" grpId="1"/>
      <p:bldP spid="88" grpId="0"/>
      <p:bldP spid="88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Прямая со стрелкой 7"/>
          <p:cNvCxnSpPr/>
          <p:nvPr/>
        </p:nvCxnSpPr>
        <p:spPr>
          <a:xfrm flipV="1">
            <a:off x="5995998" y="1806307"/>
            <a:ext cx="0" cy="4631994"/>
          </a:xfrm>
          <a:prstGeom prst="straightConnector1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/>
          <p:nvPr/>
        </p:nvCxnSpPr>
        <p:spPr>
          <a:xfrm>
            <a:off x="5995998" y="4592616"/>
            <a:ext cx="4942166" cy="10087"/>
          </a:xfrm>
          <a:prstGeom prst="straightConnector1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871672" y="3460881"/>
            <a:ext cx="41376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chemeClr val="tx2"/>
                </a:solidFill>
              </a:rPr>
              <a:t> ……………………………....................</a:t>
            </a:r>
            <a:endParaRPr lang="ru-RU" sz="2400" dirty="0">
              <a:solidFill>
                <a:schemeClr val="tx2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842023" y="5122731"/>
            <a:ext cx="41376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chemeClr val="tx2"/>
                </a:solidFill>
              </a:rPr>
              <a:t> ……………………………....................</a:t>
            </a:r>
            <a:endParaRPr lang="ru-RU" sz="2400" dirty="0">
              <a:solidFill>
                <a:schemeClr val="tx2"/>
              </a:solidFill>
            </a:endParaRPr>
          </a:p>
        </p:txBody>
      </p:sp>
      <p:sp>
        <p:nvSpPr>
          <p:cNvPr id="26" name="Блок-схема: узел 25"/>
          <p:cNvSpPr/>
          <p:nvPr/>
        </p:nvSpPr>
        <p:spPr>
          <a:xfrm>
            <a:off x="6468907" y="2307184"/>
            <a:ext cx="89834" cy="80345"/>
          </a:xfrm>
          <a:prstGeom prst="flowChartConnector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3600" dirty="0">
              <a:solidFill>
                <a:srgbClr val="FF0000"/>
              </a:solidFill>
            </a:endParaRPr>
          </a:p>
        </p:txBody>
      </p:sp>
      <p:sp>
        <p:nvSpPr>
          <p:cNvPr id="27" name="Блок-схема: узел 26"/>
          <p:cNvSpPr/>
          <p:nvPr/>
        </p:nvSpPr>
        <p:spPr>
          <a:xfrm>
            <a:off x="6721708" y="2645673"/>
            <a:ext cx="89834" cy="80345"/>
          </a:xfrm>
          <a:prstGeom prst="flowChartConnector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chemeClr val="tx2"/>
              </a:solidFill>
            </a:endParaRPr>
          </a:p>
        </p:txBody>
      </p:sp>
      <p:sp>
        <p:nvSpPr>
          <p:cNvPr id="28" name="Блок-схема: узел 27"/>
          <p:cNvSpPr/>
          <p:nvPr/>
        </p:nvSpPr>
        <p:spPr>
          <a:xfrm>
            <a:off x="7537005" y="3709582"/>
            <a:ext cx="89834" cy="80345"/>
          </a:xfrm>
          <a:prstGeom prst="flowChartConnector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chemeClr val="tx2"/>
              </a:solidFill>
            </a:endParaRPr>
          </a:p>
        </p:txBody>
      </p:sp>
      <p:sp>
        <p:nvSpPr>
          <p:cNvPr id="29" name="Блок-схема: узел 28"/>
          <p:cNvSpPr/>
          <p:nvPr/>
        </p:nvSpPr>
        <p:spPr>
          <a:xfrm>
            <a:off x="7692181" y="3878808"/>
            <a:ext cx="89834" cy="80345"/>
          </a:xfrm>
          <a:prstGeom prst="flowChartConnector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 flipH="1">
                <a:off x="10628785" y="4427243"/>
                <a:ext cx="8271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ru-RU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0628785" y="4427243"/>
                <a:ext cx="827118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 flipH="1">
                <a:off x="5385286" y="1680271"/>
                <a:ext cx="8271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ru-RU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385286" y="1680271"/>
                <a:ext cx="827118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666655" y="4373563"/>
                <a:ext cx="29759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6655" y="4373563"/>
                <a:ext cx="297599" cy="400110"/>
              </a:xfrm>
              <a:prstGeom prst="rect">
                <a:avLst/>
              </a:prstGeom>
              <a:blipFill>
                <a:blip r:embed="rId4"/>
                <a:stretch>
                  <a:fillRect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5261230" y="3549700"/>
                <a:ext cx="81085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1/10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1230" y="3549700"/>
                <a:ext cx="810850" cy="400110"/>
              </a:xfrm>
              <a:prstGeom prst="rect">
                <a:avLst/>
              </a:prstGeom>
              <a:blipFill>
                <a:blip r:embed="rId5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5079103" y="5238814"/>
                <a:ext cx="99636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−1/10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9103" y="5238814"/>
                <a:ext cx="996368" cy="400110"/>
              </a:xfrm>
              <a:prstGeom prst="rect">
                <a:avLst/>
              </a:prstGeom>
              <a:blipFill>
                <a:blip r:embed="rId6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316266" y="1470134"/>
                <a:ext cx="241912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=1/10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266" y="1470134"/>
                <a:ext cx="2419122" cy="461665"/>
              </a:xfrm>
              <a:prstGeom prst="rect">
                <a:avLst/>
              </a:prstGeom>
              <a:blipFill>
                <a:blip r:embed="rId7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Заголовок 5"/>
              <p:cNvSpPr>
                <a:spLocks noGrp="1"/>
              </p:cNvSpPr>
              <p:nvPr>
                <p:ph type="title"/>
              </p:nvPr>
            </p:nvSpPr>
            <p:spPr>
              <a:xfrm>
                <a:off x="2616452" y="2746091"/>
                <a:ext cx="397800" cy="363875"/>
              </a:xfr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32" name="Заголовок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616452" y="2746091"/>
                <a:ext cx="397800" cy="363875"/>
              </a:xfrm>
              <a:blipFill>
                <a:blip r:embed="rId11"/>
                <a:stretch>
                  <a:fillRect r="-15385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Заголовок 5"/>
              <p:cNvSpPr txBox="1">
                <a:spLocks/>
              </p:cNvSpPr>
              <p:nvPr/>
            </p:nvSpPr>
            <p:spPr>
              <a:xfrm>
                <a:off x="2558702" y="3443681"/>
                <a:ext cx="545507" cy="59875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39" name="Заголовок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8702" y="3443681"/>
                <a:ext cx="545507" cy="598750"/>
              </a:xfrm>
              <a:prstGeom prst="rect">
                <a:avLst/>
              </a:prstGeom>
              <a:blipFill>
                <a:blip r:embed="rId12"/>
                <a:stretch>
                  <a:fillRect r="-67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Заголовок 5"/>
              <p:cNvSpPr txBox="1">
                <a:spLocks/>
              </p:cNvSpPr>
              <p:nvPr/>
            </p:nvSpPr>
            <p:spPr>
              <a:xfrm>
                <a:off x="2572498" y="3865989"/>
                <a:ext cx="426855" cy="533733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42" name="Заголовок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2498" y="3865989"/>
                <a:ext cx="426855" cy="533733"/>
              </a:xfrm>
              <a:prstGeom prst="rect">
                <a:avLst/>
              </a:prstGeom>
              <a:blipFill>
                <a:blip r:embed="rId13"/>
                <a:stretch>
                  <a:fillRect r="-3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2531680" y="2296592"/>
                <a:ext cx="54957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1680" y="2296592"/>
                <a:ext cx="549574" cy="461665"/>
              </a:xfrm>
              <a:prstGeom prst="rect">
                <a:avLst/>
              </a:prstGeom>
              <a:blipFill>
                <a:blip r:embed="rId14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2844855" y="2318700"/>
                <a:ext cx="7382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4855" y="2318700"/>
                <a:ext cx="738215" cy="46166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2481220" y="2301164"/>
                <a:ext cx="64105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1220" y="2301164"/>
                <a:ext cx="641052" cy="461665"/>
              </a:xfrm>
              <a:prstGeom prst="rect">
                <a:avLst/>
              </a:prstGeom>
              <a:blipFill>
                <a:blip r:embed="rId16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2915578" y="2756438"/>
                <a:ext cx="7858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=1/2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578" y="2756438"/>
                <a:ext cx="785855" cy="369332"/>
              </a:xfrm>
              <a:prstGeom prst="rect">
                <a:avLst/>
              </a:prstGeom>
              <a:blipFill>
                <a:blip r:embed="rId1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Заголовок 5"/>
              <p:cNvSpPr txBox="1">
                <a:spLocks/>
              </p:cNvSpPr>
              <p:nvPr/>
            </p:nvSpPr>
            <p:spPr>
              <a:xfrm>
                <a:off x="2616452" y="2649842"/>
                <a:ext cx="411214" cy="5544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48" name="Заголовок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6452" y="2649842"/>
                <a:ext cx="411214" cy="554400"/>
              </a:xfrm>
              <a:prstGeom prst="rect">
                <a:avLst/>
              </a:prstGeom>
              <a:blipFill>
                <a:blip r:embed="rId18"/>
                <a:stretch>
                  <a:fillRect r="-10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 flipH="1">
                <a:off x="2963422" y="3598735"/>
                <a:ext cx="9502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=1/10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963422" y="3598735"/>
                <a:ext cx="950220" cy="369332"/>
              </a:xfrm>
              <a:prstGeom prst="rect">
                <a:avLst/>
              </a:prstGeom>
              <a:blipFill>
                <a:blip r:embed="rId19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Заголовок 5"/>
              <p:cNvSpPr txBox="1">
                <a:spLocks/>
              </p:cNvSpPr>
              <p:nvPr/>
            </p:nvSpPr>
            <p:spPr>
              <a:xfrm>
                <a:off x="2558505" y="3443681"/>
                <a:ext cx="545507" cy="59875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50" name="Заголовок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8505" y="3443681"/>
                <a:ext cx="545507" cy="598750"/>
              </a:xfrm>
              <a:prstGeom prst="rect">
                <a:avLst/>
              </a:prstGeom>
              <a:blipFill>
                <a:blip r:embed="rId20"/>
                <a:stretch>
                  <a:fillRect r="-67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2925682" y="3954664"/>
                <a:ext cx="10752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=1/11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5682" y="3954664"/>
                <a:ext cx="1075296" cy="369332"/>
              </a:xfrm>
              <a:prstGeom prst="rect">
                <a:avLst/>
              </a:prstGeom>
              <a:blipFill>
                <a:blip r:embed="rId21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Заголовок 5"/>
              <p:cNvSpPr txBox="1">
                <a:spLocks/>
              </p:cNvSpPr>
              <p:nvPr/>
            </p:nvSpPr>
            <p:spPr>
              <a:xfrm>
                <a:off x="2572147" y="3869403"/>
                <a:ext cx="426855" cy="533733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52" name="Заголовок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2147" y="3869403"/>
                <a:ext cx="426855" cy="533733"/>
              </a:xfrm>
              <a:prstGeom prst="rect">
                <a:avLst/>
              </a:prstGeom>
              <a:blipFill>
                <a:blip r:embed="rId22"/>
                <a:stretch>
                  <a:fillRect r="-3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TextBox 52"/>
          <p:cNvSpPr txBox="1"/>
          <p:nvPr/>
        </p:nvSpPr>
        <p:spPr>
          <a:xfrm>
            <a:off x="2735388" y="2978616"/>
            <a:ext cx="6335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. .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874259" y="5475396"/>
            <a:ext cx="7119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. .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2589100" y="4696869"/>
                <a:ext cx="5381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9100" y="4696869"/>
                <a:ext cx="538104" cy="461665"/>
              </a:xfrm>
              <a:prstGeom prst="rect">
                <a:avLst/>
              </a:prstGeom>
              <a:blipFill>
                <a:blip r:embed="rId23"/>
                <a:stretch>
                  <a:fillRect r="-34091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3131426" y="4776510"/>
                <a:ext cx="1063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1/100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426" y="4776510"/>
                <a:ext cx="1063100" cy="369332"/>
              </a:xfrm>
              <a:prstGeom prst="rect">
                <a:avLst/>
              </a:prstGeom>
              <a:blipFill>
                <a:blip r:embed="rId2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2590297" y="5221189"/>
                <a:ext cx="4774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101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297" y="5221189"/>
                <a:ext cx="477425" cy="461665"/>
              </a:xfrm>
              <a:prstGeom prst="rect">
                <a:avLst/>
              </a:prstGeom>
              <a:blipFill>
                <a:blip r:embed="rId25"/>
                <a:stretch>
                  <a:fillRect r="-48718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3158254" y="5313522"/>
                <a:ext cx="10642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=1/101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8254" y="5313522"/>
                <a:ext cx="1064276" cy="369332"/>
              </a:xfrm>
              <a:prstGeom prst="rect">
                <a:avLst/>
              </a:prstGeom>
              <a:blipFill>
                <a:blip r:embed="rId2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815242" y="2303624"/>
                <a:ext cx="11120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ru-RU" sz="2200" dirty="0"/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242" y="2303624"/>
                <a:ext cx="1112001" cy="461665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/>
              <p:cNvSpPr txBox="1"/>
              <p:nvPr/>
            </p:nvSpPr>
            <p:spPr>
              <a:xfrm>
                <a:off x="838751" y="3943298"/>
                <a:ext cx="114390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=11</m:t>
                    </m:r>
                  </m:oMath>
                </a14:m>
                <a:endParaRPr lang="ru-RU" sz="2200" dirty="0"/>
              </a:p>
            </p:txBody>
          </p:sp>
        </mc:Choice>
        <mc:Fallback xmlns=""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751" y="3943298"/>
                <a:ext cx="1143903" cy="461665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838751" y="3523111"/>
                <a:ext cx="12470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ru-RU" sz="2200" dirty="0"/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751" y="3523111"/>
                <a:ext cx="1247043" cy="461665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822951" y="2675969"/>
                <a:ext cx="100557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ru-RU" sz="2200" dirty="0"/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51" y="2675969"/>
                <a:ext cx="1005575" cy="461665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827018" y="5231268"/>
                <a:ext cx="13484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=101</m:t>
                    </m:r>
                  </m:oMath>
                </a14:m>
                <a:endParaRPr lang="ru-RU" sz="2200" dirty="0"/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018" y="5231268"/>
                <a:ext cx="1348440" cy="461665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844587" y="4679925"/>
                <a:ext cx="13915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=100</m:t>
                    </m:r>
                  </m:oMath>
                </a14:m>
                <a:endParaRPr lang="ru-RU" sz="2200" dirty="0"/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587" y="4679925"/>
                <a:ext cx="1391513" cy="461665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TextBox 68"/>
          <p:cNvSpPr txBox="1"/>
          <p:nvPr/>
        </p:nvSpPr>
        <p:spPr>
          <a:xfrm>
            <a:off x="980805" y="3009633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2584810" y="4703271"/>
                <a:ext cx="5381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4810" y="4703271"/>
                <a:ext cx="538104" cy="461665"/>
              </a:xfrm>
              <a:prstGeom prst="rect">
                <a:avLst/>
              </a:prstGeom>
              <a:blipFill>
                <a:blip r:embed="rId33"/>
                <a:stretch>
                  <a:fillRect r="-34091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2590297" y="5221500"/>
                <a:ext cx="4774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101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297" y="5221500"/>
                <a:ext cx="477425" cy="461665"/>
              </a:xfrm>
              <a:prstGeom prst="rect">
                <a:avLst/>
              </a:prstGeom>
              <a:blipFill>
                <a:blip r:embed="rId34"/>
                <a:stretch>
                  <a:fillRect r="-48718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TextBox 71"/>
          <p:cNvSpPr txBox="1"/>
          <p:nvPr/>
        </p:nvSpPr>
        <p:spPr>
          <a:xfrm>
            <a:off x="1136494" y="5475612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. . 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1856805" y="1435735"/>
                <a:ext cx="241912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805" y="1435735"/>
                <a:ext cx="2419122" cy="461665"/>
              </a:xfrm>
              <a:prstGeom prst="rect">
                <a:avLst/>
              </a:prstGeom>
              <a:blipFill>
                <a:blip r:embed="rId35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Группа 1"/>
          <p:cNvGrpSpPr/>
          <p:nvPr/>
        </p:nvGrpSpPr>
        <p:grpSpPr>
          <a:xfrm rot="219818">
            <a:off x="8318228" y="4379011"/>
            <a:ext cx="918195" cy="125473"/>
            <a:chOff x="7939176" y="3860329"/>
            <a:chExt cx="918195" cy="125473"/>
          </a:xfrm>
        </p:grpSpPr>
        <p:sp>
          <p:nvSpPr>
            <p:cNvPr id="76" name="Блок-схема: узел 75"/>
            <p:cNvSpPr/>
            <p:nvPr/>
          </p:nvSpPr>
          <p:spPr>
            <a:xfrm>
              <a:off x="7939176" y="3860329"/>
              <a:ext cx="89834" cy="80345"/>
            </a:xfrm>
            <a:prstGeom prst="flowChartConnector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2400">
                <a:solidFill>
                  <a:schemeClr val="tx2"/>
                </a:solidFill>
              </a:endParaRPr>
            </a:p>
          </p:txBody>
        </p:sp>
        <p:sp>
          <p:nvSpPr>
            <p:cNvPr id="77" name="Блок-схема: узел 76"/>
            <p:cNvSpPr/>
            <p:nvPr/>
          </p:nvSpPr>
          <p:spPr>
            <a:xfrm>
              <a:off x="8049167" y="3875260"/>
              <a:ext cx="89834" cy="80345"/>
            </a:xfrm>
            <a:prstGeom prst="flowChartConnector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2400">
                <a:solidFill>
                  <a:schemeClr val="tx2"/>
                </a:solidFill>
              </a:endParaRPr>
            </a:p>
          </p:txBody>
        </p:sp>
        <p:sp>
          <p:nvSpPr>
            <p:cNvPr id="78" name="Блок-схема: узел 77"/>
            <p:cNvSpPr/>
            <p:nvPr/>
          </p:nvSpPr>
          <p:spPr>
            <a:xfrm>
              <a:off x="8168845" y="3894440"/>
              <a:ext cx="89834" cy="80345"/>
            </a:xfrm>
            <a:prstGeom prst="flowChartConnector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2400">
                <a:solidFill>
                  <a:schemeClr val="tx2"/>
                </a:solidFill>
              </a:endParaRPr>
            </a:p>
          </p:txBody>
        </p:sp>
        <p:sp>
          <p:nvSpPr>
            <p:cNvPr id="79" name="Блок-схема: узел 78"/>
            <p:cNvSpPr/>
            <p:nvPr/>
          </p:nvSpPr>
          <p:spPr>
            <a:xfrm>
              <a:off x="8288523" y="3905457"/>
              <a:ext cx="89834" cy="80345"/>
            </a:xfrm>
            <a:prstGeom prst="flowChartConnector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2400">
                <a:solidFill>
                  <a:schemeClr val="tx2"/>
                </a:solidFill>
              </a:endParaRPr>
            </a:p>
          </p:txBody>
        </p:sp>
        <p:sp>
          <p:nvSpPr>
            <p:cNvPr id="80" name="Блок-схема: узел 79"/>
            <p:cNvSpPr/>
            <p:nvPr/>
          </p:nvSpPr>
          <p:spPr>
            <a:xfrm>
              <a:off x="8378357" y="3905267"/>
              <a:ext cx="89834" cy="80345"/>
            </a:xfrm>
            <a:prstGeom prst="flowChartConnector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2400">
                <a:solidFill>
                  <a:schemeClr val="tx2"/>
                </a:solidFill>
              </a:endParaRPr>
            </a:p>
          </p:txBody>
        </p:sp>
        <p:sp>
          <p:nvSpPr>
            <p:cNvPr id="81" name="Блок-схема: узел 80"/>
            <p:cNvSpPr/>
            <p:nvPr/>
          </p:nvSpPr>
          <p:spPr>
            <a:xfrm>
              <a:off x="8468191" y="3905077"/>
              <a:ext cx="89834" cy="80345"/>
            </a:xfrm>
            <a:prstGeom prst="flowChartConnector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2400">
                <a:solidFill>
                  <a:schemeClr val="tx2"/>
                </a:solidFill>
              </a:endParaRPr>
            </a:p>
          </p:txBody>
        </p:sp>
        <p:sp>
          <p:nvSpPr>
            <p:cNvPr id="82" name="Блок-схема: узел 81"/>
            <p:cNvSpPr/>
            <p:nvPr/>
          </p:nvSpPr>
          <p:spPr>
            <a:xfrm>
              <a:off x="8562474" y="3905077"/>
              <a:ext cx="89834" cy="80345"/>
            </a:xfrm>
            <a:prstGeom prst="flowChartConnector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2400">
                <a:solidFill>
                  <a:schemeClr val="tx2"/>
                </a:solidFill>
              </a:endParaRPr>
            </a:p>
          </p:txBody>
        </p:sp>
        <p:sp>
          <p:nvSpPr>
            <p:cNvPr id="83" name="Блок-схема: узел 82"/>
            <p:cNvSpPr/>
            <p:nvPr/>
          </p:nvSpPr>
          <p:spPr>
            <a:xfrm>
              <a:off x="8632786" y="3905077"/>
              <a:ext cx="89834" cy="80345"/>
            </a:xfrm>
            <a:prstGeom prst="flowChartConnector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2400">
                <a:solidFill>
                  <a:schemeClr val="tx2"/>
                </a:solidFill>
              </a:endParaRPr>
            </a:p>
          </p:txBody>
        </p:sp>
        <p:sp>
          <p:nvSpPr>
            <p:cNvPr id="84" name="Блок-схема: узел 83"/>
            <p:cNvSpPr/>
            <p:nvPr/>
          </p:nvSpPr>
          <p:spPr>
            <a:xfrm>
              <a:off x="8703098" y="3905077"/>
              <a:ext cx="89834" cy="80345"/>
            </a:xfrm>
            <a:prstGeom prst="flowChartConnector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2400">
                <a:solidFill>
                  <a:schemeClr val="tx2"/>
                </a:solidFill>
              </a:endParaRPr>
            </a:p>
          </p:txBody>
        </p:sp>
        <p:sp>
          <p:nvSpPr>
            <p:cNvPr id="85" name="Блок-схема: узел 84"/>
            <p:cNvSpPr/>
            <p:nvPr/>
          </p:nvSpPr>
          <p:spPr>
            <a:xfrm>
              <a:off x="8767537" y="3905077"/>
              <a:ext cx="89834" cy="80345"/>
            </a:xfrm>
            <a:prstGeom prst="flowChartConnector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2400">
                <a:solidFill>
                  <a:schemeClr val="tx2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/>
              <p:cNvSpPr txBox="1"/>
              <p:nvPr/>
            </p:nvSpPr>
            <p:spPr>
              <a:xfrm>
                <a:off x="5147300" y="4398576"/>
                <a:ext cx="9244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6" name="TextBox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300" y="4398576"/>
                <a:ext cx="924477" cy="400110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/>
              <p:cNvSpPr txBox="1"/>
              <p:nvPr/>
            </p:nvSpPr>
            <p:spPr>
              <a:xfrm>
                <a:off x="5228627" y="5210655"/>
                <a:ext cx="76182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627" y="5210655"/>
                <a:ext cx="761824" cy="400110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/>
              <p:cNvSpPr txBox="1"/>
              <p:nvPr/>
            </p:nvSpPr>
            <p:spPr>
              <a:xfrm>
                <a:off x="5225372" y="3576964"/>
                <a:ext cx="79926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8" name="Text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5372" y="3576964"/>
                <a:ext cx="799269" cy="400110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Группа 5"/>
          <p:cNvGrpSpPr/>
          <p:nvPr/>
        </p:nvGrpSpPr>
        <p:grpSpPr>
          <a:xfrm>
            <a:off x="7017253" y="2990019"/>
            <a:ext cx="288140" cy="315494"/>
            <a:chOff x="7017253" y="2990019"/>
            <a:chExt cx="288140" cy="315494"/>
          </a:xfrm>
        </p:grpSpPr>
        <p:sp>
          <p:nvSpPr>
            <p:cNvPr id="30" name="Блок-схема: узел 29"/>
            <p:cNvSpPr/>
            <p:nvPr/>
          </p:nvSpPr>
          <p:spPr>
            <a:xfrm>
              <a:off x="7017253" y="2990019"/>
              <a:ext cx="89834" cy="80345"/>
            </a:xfrm>
            <a:prstGeom prst="flowChartConnector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2400">
                <a:solidFill>
                  <a:schemeClr val="tx2"/>
                </a:solidFill>
              </a:endParaRPr>
            </a:p>
          </p:txBody>
        </p:sp>
        <p:sp>
          <p:nvSpPr>
            <p:cNvPr id="31" name="Блок-схема: узел 30"/>
            <p:cNvSpPr/>
            <p:nvPr/>
          </p:nvSpPr>
          <p:spPr>
            <a:xfrm>
              <a:off x="7215559" y="3225168"/>
              <a:ext cx="89834" cy="80345"/>
            </a:xfrm>
            <a:prstGeom prst="flowChartConnector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2400">
                <a:solidFill>
                  <a:schemeClr val="tx2"/>
                </a:solidFill>
              </a:endParaRPr>
            </a:p>
          </p:txBody>
        </p:sp>
        <p:sp>
          <p:nvSpPr>
            <p:cNvPr id="93" name="Блок-схема: узел 92"/>
            <p:cNvSpPr/>
            <p:nvPr/>
          </p:nvSpPr>
          <p:spPr>
            <a:xfrm>
              <a:off x="7114863" y="3125800"/>
              <a:ext cx="89834" cy="80345"/>
            </a:xfrm>
            <a:prstGeom prst="flowChartConnector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2400">
                <a:solidFill>
                  <a:schemeClr val="tx2"/>
                </a:solidFill>
              </a:endParaRPr>
            </a:p>
          </p:txBody>
        </p:sp>
      </p:grpSp>
      <p:grpSp>
        <p:nvGrpSpPr>
          <p:cNvPr id="7" name="Группа 6"/>
          <p:cNvGrpSpPr/>
          <p:nvPr/>
        </p:nvGrpSpPr>
        <p:grpSpPr>
          <a:xfrm>
            <a:off x="7822966" y="4031208"/>
            <a:ext cx="393910" cy="301394"/>
            <a:chOff x="7844581" y="4031208"/>
            <a:chExt cx="393910" cy="301394"/>
          </a:xfrm>
        </p:grpSpPr>
        <p:sp>
          <p:nvSpPr>
            <p:cNvPr id="94" name="Блок-схема: узел 93"/>
            <p:cNvSpPr/>
            <p:nvPr/>
          </p:nvSpPr>
          <p:spPr>
            <a:xfrm>
              <a:off x="7844581" y="4031208"/>
              <a:ext cx="89834" cy="80345"/>
            </a:xfrm>
            <a:prstGeom prst="flowChartConnector">
              <a:avLst/>
            </a:prstGeom>
            <a:solidFill>
              <a:schemeClr val="accent1"/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2400">
                <a:solidFill>
                  <a:schemeClr val="tx2"/>
                </a:solidFill>
              </a:endParaRPr>
            </a:p>
          </p:txBody>
        </p:sp>
        <p:sp>
          <p:nvSpPr>
            <p:cNvPr id="95" name="Блок-схема: узел 94"/>
            <p:cNvSpPr/>
            <p:nvPr/>
          </p:nvSpPr>
          <p:spPr>
            <a:xfrm>
              <a:off x="7996981" y="4183608"/>
              <a:ext cx="89834" cy="80345"/>
            </a:xfrm>
            <a:prstGeom prst="flowChartConnector">
              <a:avLst/>
            </a:prstGeom>
            <a:solidFill>
              <a:schemeClr val="accent1"/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2400">
                <a:solidFill>
                  <a:schemeClr val="tx2"/>
                </a:solidFill>
              </a:endParaRPr>
            </a:p>
          </p:txBody>
        </p:sp>
        <p:sp>
          <p:nvSpPr>
            <p:cNvPr id="96" name="Блок-схема: узел 95"/>
            <p:cNvSpPr/>
            <p:nvPr/>
          </p:nvSpPr>
          <p:spPr>
            <a:xfrm>
              <a:off x="8148657" y="4252257"/>
              <a:ext cx="89834" cy="80345"/>
            </a:xfrm>
            <a:prstGeom prst="flowChartConnector">
              <a:avLst/>
            </a:prstGeom>
            <a:solidFill>
              <a:schemeClr val="accent1"/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2400">
                <a:solidFill>
                  <a:schemeClr val="tx2"/>
                </a:solidFill>
              </a:endParaRPr>
            </a:p>
          </p:txBody>
        </p:sp>
      </p:grpSp>
      <p:sp>
        <p:nvSpPr>
          <p:cNvPr id="97" name="TextBox 96"/>
          <p:cNvSpPr txBox="1"/>
          <p:nvPr/>
        </p:nvSpPr>
        <p:spPr>
          <a:xfrm>
            <a:off x="1085910" y="4179870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. . 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2790725" y="4144727"/>
            <a:ext cx="7119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. .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3268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150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5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500"/>
                            </p:stCondLst>
                            <p:childTnLst>
                              <p:par>
                                <p:cTn id="17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80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8500"/>
                            </p:stCondLst>
                            <p:childTnLst>
                              <p:par>
                                <p:cTn id="54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9500"/>
                            </p:stCondLst>
                            <p:childTnLst>
                              <p:par>
                                <p:cTn id="58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500"/>
                            </p:stCondLst>
                            <p:childTnLst>
                              <p:par>
                                <p:cTn id="62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1000"/>
                            </p:stCondLst>
                            <p:childTnLst>
                              <p:par>
                                <p:cTn id="6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1500"/>
                            </p:stCondLst>
                            <p:childTnLst>
                              <p:par>
                                <p:cTn id="7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1500"/>
                            </p:stCondLst>
                            <p:childTnLst>
                              <p:par>
                                <p:cTn id="82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2.96296E-6 L 0.15729 -2.96296E-6 C 0.22956 -2.96296E-6 0.32148 -0.01319 0.32148 -0.0243 L 0.32148 -0.0493 " pathEditMode="relative" rAng="0" ptsTypes="AAAA">
                                      <p:cBhvr>
                                        <p:cTn id="83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068" y="-24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3500"/>
                            </p:stCondLst>
                            <p:childTnLst>
                              <p:par>
                                <p:cTn id="85" presetID="6" presetClass="emph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6" dur="10" fill="hold"/>
                                        <p:tgtEl>
                                          <p:spTgt spid="46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3510"/>
                            </p:stCondLst>
                            <p:childTnLst>
                              <p:par>
                                <p:cTn id="88" presetID="3" presetClass="emph" presetSubtype="2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9" dur="1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3520"/>
                            </p:stCondLst>
                            <p:childTnLst>
                              <p:par>
                                <p:cTn id="9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4020"/>
                            </p:stCondLst>
                            <p:childTnLst>
                              <p:par>
                                <p:cTn id="9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4520"/>
                            </p:stCondLst>
                            <p:childTnLst>
                              <p:par>
                                <p:cTn id="10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5520"/>
                            </p:stCondLst>
                            <p:childTnLst>
                              <p:par>
                                <p:cTn id="1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6020"/>
                            </p:stCondLst>
                            <p:childTnLst>
                              <p:par>
                                <p:cTn id="115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3.7037E-7 L 0.16198 -3.7037E-7 C 0.23737 -3.7037E-7 0.33971 -0.01412 0.33971 -0.02593 L 0.33971 -0.05231 " pathEditMode="relative" rAng="0" ptsTypes="AAAA">
                                      <p:cBhvr>
                                        <p:cTn id="116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979" y="-26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8020"/>
                            </p:stCondLst>
                            <p:childTnLst>
                              <p:par>
                                <p:cTn id="118" presetID="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9" dur="10" fill="hold"/>
                                        <p:tgtEl>
                                          <p:spTgt spid="48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8030"/>
                            </p:stCondLst>
                            <p:childTnLst>
                              <p:par>
                                <p:cTn id="121" presetID="3" presetClass="emph" presetSubtype="2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2" dur="1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18040"/>
                            </p:stCondLst>
                            <p:childTnLst>
                              <p:par>
                                <p:cTn id="12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8540"/>
                            </p:stCondLst>
                            <p:childTnLst>
                              <p:par>
                                <p:cTn id="1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8550"/>
                            </p:stCondLst>
                            <p:childTnLst>
                              <p:par>
                                <p:cTn id="1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18560"/>
                            </p:stCondLst>
                            <p:childTnLst>
                              <p:par>
                                <p:cTn id="1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19060"/>
                            </p:stCondLst>
                            <p:childTnLst>
                              <p:par>
                                <p:cTn id="13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20060"/>
                            </p:stCondLst>
                            <p:childTnLst>
                              <p:par>
                                <p:cTn id="14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21060"/>
                            </p:stCondLst>
                            <p:childTnLst>
                              <p:par>
                                <p:cTn id="1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21560"/>
                            </p:stCondLst>
                            <p:childTnLst>
                              <p:par>
                                <p:cTn id="158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1.85185E-6 L 0.19297 -1.85185E-6 C 0.2832 -1.85185E-6 0.40612 -0.00602 0.40612 -0.0118 L 0.40612 -0.0243 " pathEditMode="relative" rAng="0" ptsTypes="AAAA">
                                      <p:cBhvr>
                                        <p:cTn id="159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299" y="-122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23560"/>
                            </p:stCondLst>
                            <p:childTnLst>
                              <p:par>
                                <p:cTn id="161" presetID="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2" dur="10" fill="hold"/>
                                        <p:tgtEl>
                                          <p:spTgt spid="50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23570"/>
                            </p:stCondLst>
                            <p:childTnLst>
                              <p:par>
                                <p:cTn id="164" presetID="3" presetClass="emph" presetSubtype="2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5" dur="1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23580"/>
                            </p:stCondLst>
                            <p:childTnLst>
                              <p:par>
                                <p:cTn id="16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24080"/>
                            </p:stCondLst>
                            <p:childTnLst>
                              <p:par>
                                <p:cTn id="17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25080"/>
                            </p:stCondLst>
                            <p:childTnLst>
                              <p:par>
                                <p:cTn id="177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26080"/>
                            </p:stCondLst>
                            <p:childTnLst>
                              <p:par>
                                <p:cTn id="18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26080"/>
                            </p:stCondLst>
                            <p:childTnLst>
                              <p:par>
                                <p:cTn id="191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7.40741E-7 L 0.20182 7.40741E-7 C 0.29713 7.40741E-7 0.42057 -0.01111 0.42057 -0.02014 L 0.42057 -0.04005 " pathEditMode="relative" rAng="0" ptsTypes="AAAA">
                                      <p:cBhvr>
                                        <p:cTn id="192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029" y="-20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28080"/>
                            </p:stCondLst>
                            <p:childTnLst>
                              <p:par>
                                <p:cTn id="194" presetID="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95" dur="10" fill="hold"/>
                                        <p:tgtEl>
                                          <p:spTgt spid="52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28090"/>
                            </p:stCondLst>
                            <p:childTnLst>
                              <p:par>
                                <p:cTn id="19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28590"/>
                            </p:stCondLst>
                            <p:childTnLst>
                              <p:par>
                                <p:cTn id="20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29090"/>
                            </p:stCondLst>
                            <p:childTnLst>
                              <p:par>
                                <p:cTn id="20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29590"/>
                            </p:stCondLst>
                            <p:childTnLst>
                              <p:par>
                                <p:cTn id="210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30090"/>
                            </p:stCondLst>
                            <p:childTnLst>
                              <p:par>
                                <p:cTn id="21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9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4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31090"/>
                            </p:stCondLst>
                            <p:childTnLst>
                              <p:par>
                                <p:cTn id="2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31100"/>
                            </p:stCondLst>
                            <p:childTnLst>
                              <p:par>
                                <p:cTn id="230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-4.44444E-6 L 0.2573 -4.44444E-6 C 0.35404 -4.44444E-6 0.46693 -0.0287 0.46693 -0.05092 L 0.46693 -0.09838 " pathEditMode="relative" rAng="0" ptsTypes="AAAA">
                                      <p:cBhvr>
                                        <p:cTn id="231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346" y="-49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33100"/>
                            </p:stCondLst>
                            <p:childTnLst>
                              <p:par>
                                <p:cTn id="233" presetID="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34" dur="10" fill="hold"/>
                                        <p:tgtEl>
                                          <p:spTgt spid="70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33110"/>
                            </p:stCondLst>
                            <p:childTnLst>
                              <p:par>
                                <p:cTn id="23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>
                            <p:stCondLst>
                              <p:cond delay="33610"/>
                            </p:stCondLst>
                            <p:childTnLst>
                              <p:par>
                                <p:cTn id="242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5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0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1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2" fill="hold">
                            <p:stCondLst>
                              <p:cond delay="34610"/>
                            </p:stCondLst>
                            <p:childTnLst>
                              <p:par>
                                <p:cTn id="2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34620"/>
                            </p:stCondLst>
                            <p:childTnLst>
                              <p:par>
                                <p:cTn id="256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88 -0.00255 L 0.29323 -0.00255 C 0.37656 -0.00255 0.47487 -0.04931 0.47487 -0.08773 L 0.47487 -0.17315 " pathEditMode="relative" rAng="0" ptsTypes="AAAA">
                                      <p:cBhvr>
                                        <p:cTn id="257" dur="2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297" y="-85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8" fill="hold">
                            <p:stCondLst>
                              <p:cond delay="36620"/>
                            </p:stCondLst>
                            <p:childTnLst>
                              <p:par>
                                <p:cTn id="259" presetID="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60" dur="10" fill="hold"/>
                                        <p:tgtEl>
                                          <p:spTgt spid="71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1" fill="hold">
                            <p:stCondLst>
                              <p:cond delay="36630"/>
                            </p:stCondLst>
                            <p:childTnLst>
                              <p:par>
                                <p:cTn id="2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6" fill="hold">
                            <p:stCondLst>
                              <p:cond delay="37130"/>
                            </p:stCondLst>
                            <p:childTnLst>
                              <p:par>
                                <p:cTn id="2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 animBg="1"/>
      <p:bldP spid="27" grpId="0" animBg="1"/>
      <p:bldP spid="28" grpId="0" animBg="1"/>
      <p:bldP spid="29" grpId="0" animBg="1"/>
      <p:bldP spid="33" grpId="0"/>
      <p:bldP spid="34" grpId="0"/>
      <p:bldP spid="9" grpId="0"/>
      <p:bldP spid="35" grpId="0"/>
      <p:bldP spid="36" grpId="0"/>
      <p:bldP spid="32" grpId="0"/>
      <p:bldP spid="39" grpId="0"/>
      <p:bldP spid="42" grpId="0"/>
      <p:bldP spid="44" grpId="0"/>
      <p:bldP spid="45" grpId="0"/>
      <p:bldP spid="46" grpId="0"/>
      <p:bldP spid="46" grpId="1"/>
      <p:bldP spid="46" grpId="2"/>
      <p:bldP spid="46" grpId="3"/>
      <p:bldP spid="47" grpId="0"/>
      <p:bldP spid="48" grpId="0"/>
      <p:bldP spid="48" grpId="1"/>
      <p:bldP spid="48" grpId="2"/>
      <p:bldP spid="48" grpId="3"/>
      <p:bldP spid="49" grpId="0"/>
      <p:bldP spid="50" grpId="0"/>
      <p:bldP spid="50" grpId="1"/>
      <p:bldP spid="50" grpId="2"/>
      <p:bldP spid="50" grpId="3"/>
      <p:bldP spid="51" grpId="0"/>
      <p:bldP spid="52" grpId="0"/>
      <p:bldP spid="52" grpId="1"/>
      <p:bldP spid="52" grpId="2"/>
      <p:bldP spid="53" grpId="0"/>
      <p:bldP spid="56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7" grpId="0"/>
      <p:bldP spid="68" grpId="0"/>
      <p:bldP spid="69" grpId="0"/>
      <p:bldP spid="70" grpId="0"/>
      <p:bldP spid="70" grpId="1"/>
      <p:bldP spid="70" grpId="2"/>
      <p:bldP spid="71" grpId="0"/>
      <p:bldP spid="71" grpId="1"/>
      <p:bldP spid="71" grpId="2"/>
      <p:bldP spid="72" grpId="0"/>
      <p:bldP spid="86" grpId="0"/>
      <p:bldP spid="86" grpId="1"/>
      <p:bldP spid="87" grpId="0"/>
      <p:bldP spid="87" grpId="1"/>
      <p:bldP spid="88" grpId="0"/>
      <p:bldP spid="88" grpId="1"/>
      <p:bldP spid="97" grpId="0"/>
      <p:bldP spid="9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Прямая со стрелкой 7"/>
          <p:cNvCxnSpPr/>
          <p:nvPr/>
        </p:nvCxnSpPr>
        <p:spPr>
          <a:xfrm flipV="1">
            <a:off x="5995998" y="1806307"/>
            <a:ext cx="0" cy="4631994"/>
          </a:xfrm>
          <a:prstGeom prst="straightConnector1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/>
          <p:nvPr/>
        </p:nvCxnSpPr>
        <p:spPr>
          <a:xfrm>
            <a:off x="5995998" y="4592616"/>
            <a:ext cx="4942166" cy="10087"/>
          </a:xfrm>
          <a:prstGeom prst="straightConnector1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871672" y="3460881"/>
            <a:ext cx="41376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chemeClr val="tx2"/>
                </a:solidFill>
              </a:rPr>
              <a:t> ……………………………....................</a:t>
            </a:r>
            <a:endParaRPr lang="ru-RU" sz="2400" dirty="0">
              <a:solidFill>
                <a:schemeClr val="tx2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842023" y="5122731"/>
            <a:ext cx="41376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chemeClr val="tx2"/>
                </a:solidFill>
              </a:rPr>
              <a:t> ……………………………....................</a:t>
            </a:r>
            <a:endParaRPr lang="ru-RU" sz="2400" dirty="0">
              <a:solidFill>
                <a:schemeClr val="tx2"/>
              </a:solidFill>
            </a:endParaRPr>
          </a:p>
        </p:txBody>
      </p:sp>
      <p:sp>
        <p:nvSpPr>
          <p:cNvPr id="26" name="Блок-схема: узел 25"/>
          <p:cNvSpPr/>
          <p:nvPr/>
        </p:nvSpPr>
        <p:spPr>
          <a:xfrm>
            <a:off x="6468907" y="2307184"/>
            <a:ext cx="89834" cy="80345"/>
          </a:xfrm>
          <a:prstGeom prst="flowChartConnector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3600" dirty="0">
              <a:solidFill>
                <a:srgbClr val="FF0000"/>
              </a:solidFill>
            </a:endParaRPr>
          </a:p>
        </p:txBody>
      </p:sp>
      <p:sp>
        <p:nvSpPr>
          <p:cNvPr id="27" name="Блок-схема: узел 26"/>
          <p:cNvSpPr/>
          <p:nvPr/>
        </p:nvSpPr>
        <p:spPr>
          <a:xfrm>
            <a:off x="6721708" y="2645673"/>
            <a:ext cx="89834" cy="80345"/>
          </a:xfrm>
          <a:prstGeom prst="flowChartConnector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chemeClr val="tx2"/>
              </a:solidFill>
            </a:endParaRPr>
          </a:p>
        </p:txBody>
      </p:sp>
      <p:sp>
        <p:nvSpPr>
          <p:cNvPr id="28" name="Блок-схема: узел 27"/>
          <p:cNvSpPr/>
          <p:nvPr/>
        </p:nvSpPr>
        <p:spPr>
          <a:xfrm>
            <a:off x="7537005" y="3709582"/>
            <a:ext cx="89834" cy="80345"/>
          </a:xfrm>
          <a:prstGeom prst="flowChartConnector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chemeClr val="tx2"/>
              </a:solidFill>
            </a:endParaRPr>
          </a:p>
        </p:txBody>
      </p:sp>
      <p:sp>
        <p:nvSpPr>
          <p:cNvPr id="29" name="Блок-схема: узел 28"/>
          <p:cNvSpPr/>
          <p:nvPr/>
        </p:nvSpPr>
        <p:spPr>
          <a:xfrm>
            <a:off x="7692181" y="3878808"/>
            <a:ext cx="89834" cy="80345"/>
          </a:xfrm>
          <a:prstGeom prst="flowChartConnector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 flipH="1">
                <a:off x="10628785" y="4427243"/>
                <a:ext cx="8271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ru-RU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0628785" y="4427243"/>
                <a:ext cx="827118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 flipH="1">
                <a:off x="5385286" y="1680271"/>
                <a:ext cx="8271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ru-RU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385286" y="1680271"/>
                <a:ext cx="827118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666655" y="4373563"/>
                <a:ext cx="29759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6655" y="4373563"/>
                <a:ext cx="297599" cy="400110"/>
              </a:xfrm>
              <a:prstGeom prst="rect">
                <a:avLst/>
              </a:prstGeom>
              <a:blipFill>
                <a:blip r:embed="rId4"/>
                <a:stretch>
                  <a:fillRect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5160906" y="3549699"/>
                <a:ext cx="95117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1/100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0906" y="3549699"/>
                <a:ext cx="951174" cy="400110"/>
              </a:xfrm>
              <a:prstGeom prst="rect">
                <a:avLst/>
              </a:prstGeom>
              <a:blipFill>
                <a:blip r:embed="rId5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4979395" y="5207081"/>
                <a:ext cx="113330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−1/100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9395" y="5207081"/>
                <a:ext cx="1133301" cy="400110"/>
              </a:xfrm>
              <a:prstGeom prst="rect">
                <a:avLst/>
              </a:prstGeom>
              <a:blipFill>
                <a:blip r:embed="rId6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316266" y="1470134"/>
                <a:ext cx="241912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=1/100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266" y="1470134"/>
                <a:ext cx="2419122" cy="461665"/>
              </a:xfrm>
              <a:prstGeom prst="rect">
                <a:avLst/>
              </a:prstGeom>
              <a:blipFill>
                <a:blip r:embed="rId7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Заголовок 5"/>
              <p:cNvSpPr>
                <a:spLocks noGrp="1"/>
              </p:cNvSpPr>
              <p:nvPr>
                <p:ph type="title"/>
              </p:nvPr>
            </p:nvSpPr>
            <p:spPr>
              <a:xfrm>
                <a:off x="2616452" y="2746091"/>
                <a:ext cx="397800" cy="363875"/>
              </a:xfr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32" name="Заголовок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616452" y="2746091"/>
                <a:ext cx="397800" cy="363875"/>
              </a:xfrm>
              <a:blipFill>
                <a:blip r:embed="rId11"/>
                <a:stretch>
                  <a:fillRect r="-15385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Заголовок 5"/>
              <p:cNvSpPr txBox="1">
                <a:spLocks/>
              </p:cNvSpPr>
              <p:nvPr/>
            </p:nvSpPr>
            <p:spPr>
              <a:xfrm>
                <a:off x="2530604" y="3472630"/>
                <a:ext cx="800764" cy="59875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39" name="Заголовок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0604" y="3472630"/>
                <a:ext cx="800764" cy="59875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Заголовок 5"/>
              <p:cNvSpPr txBox="1">
                <a:spLocks/>
              </p:cNvSpPr>
              <p:nvPr/>
            </p:nvSpPr>
            <p:spPr>
              <a:xfrm>
                <a:off x="2572498" y="3865989"/>
                <a:ext cx="426855" cy="533733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101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42" name="Заголовок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2498" y="3865989"/>
                <a:ext cx="426855" cy="533733"/>
              </a:xfrm>
              <a:prstGeom prst="rect">
                <a:avLst/>
              </a:prstGeom>
              <a:blipFill>
                <a:blip r:embed="rId13"/>
                <a:stretch>
                  <a:fillRect r="-6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2531680" y="2296592"/>
                <a:ext cx="54957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1680" y="2296592"/>
                <a:ext cx="549574" cy="461665"/>
              </a:xfrm>
              <a:prstGeom prst="rect">
                <a:avLst/>
              </a:prstGeom>
              <a:blipFill>
                <a:blip r:embed="rId14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2844855" y="2318700"/>
                <a:ext cx="7382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4855" y="2318700"/>
                <a:ext cx="738215" cy="46166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2481220" y="2301164"/>
                <a:ext cx="64105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1220" y="2301164"/>
                <a:ext cx="641052" cy="461665"/>
              </a:xfrm>
              <a:prstGeom prst="rect">
                <a:avLst/>
              </a:prstGeom>
              <a:blipFill>
                <a:blip r:embed="rId16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2915578" y="2756438"/>
                <a:ext cx="7858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=1/2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578" y="2756438"/>
                <a:ext cx="785855" cy="369332"/>
              </a:xfrm>
              <a:prstGeom prst="rect">
                <a:avLst/>
              </a:prstGeom>
              <a:blipFill>
                <a:blip r:embed="rId1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Заголовок 5"/>
              <p:cNvSpPr txBox="1">
                <a:spLocks/>
              </p:cNvSpPr>
              <p:nvPr/>
            </p:nvSpPr>
            <p:spPr>
              <a:xfrm>
                <a:off x="2616452" y="2649842"/>
                <a:ext cx="411214" cy="5544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48" name="Заголовок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6452" y="2649842"/>
                <a:ext cx="411214" cy="554400"/>
              </a:xfrm>
              <a:prstGeom prst="rect">
                <a:avLst/>
              </a:prstGeom>
              <a:blipFill>
                <a:blip r:embed="rId18"/>
                <a:stretch>
                  <a:fillRect r="-10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 flipH="1">
                <a:off x="2963422" y="3598735"/>
                <a:ext cx="117894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=1/100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963422" y="3598735"/>
                <a:ext cx="1178944" cy="369332"/>
              </a:xfrm>
              <a:prstGeom prst="rect">
                <a:avLst/>
              </a:prstGeom>
              <a:blipFill>
                <a:blip r:embed="rId19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Заголовок 5"/>
              <p:cNvSpPr txBox="1">
                <a:spLocks/>
              </p:cNvSpPr>
              <p:nvPr/>
            </p:nvSpPr>
            <p:spPr>
              <a:xfrm>
                <a:off x="2529242" y="3476773"/>
                <a:ext cx="545507" cy="59875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50" name="Заголовок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9242" y="3476773"/>
                <a:ext cx="545507" cy="598750"/>
              </a:xfrm>
              <a:prstGeom prst="rect">
                <a:avLst/>
              </a:prstGeom>
              <a:blipFill>
                <a:blip r:embed="rId20"/>
                <a:stretch>
                  <a:fillRect r="-303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3132292" y="3953659"/>
                <a:ext cx="10752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=1/101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2292" y="3953659"/>
                <a:ext cx="1075296" cy="369332"/>
              </a:xfrm>
              <a:prstGeom prst="rect">
                <a:avLst/>
              </a:prstGeom>
              <a:blipFill>
                <a:blip r:embed="rId21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Заголовок 5"/>
              <p:cNvSpPr txBox="1">
                <a:spLocks/>
              </p:cNvSpPr>
              <p:nvPr/>
            </p:nvSpPr>
            <p:spPr>
              <a:xfrm>
                <a:off x="2572422" y="3870928"/>
                <a:ext cx="426855" cy="533733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101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52" name="Заголовок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2422" y="3870928"/>
                <a:ext cx="426855" cy="533733"/>
              </a:xfrm>
              <a:prstGeom prst="rect">
                <a:avLst/>
              </a:prstGeom>
              <a:blipFill>
                <a:blip r:embed="rId22"/>
                <a:stretch>
                  <a:fillRect r="-6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TextBox 52"/>
          <p:cNvSpPr txBox="1"/>
          <p:nvPr/>
        </p:nvSpPr>
        <p:spPr>
          <a:xfrm>
            <a:off x="2735388" y="2978616"/>
            <a:ext cx="6335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. .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922640" y="5158835"/>
            <a:ext cx="7119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. .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2589100" y="4696869"/>
                <a:ext cx="5381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999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9100" y="4696869"/>
                <a:ext cx="538104" cy="461665"/>
              </a:xfrm>
              <a:prstGeom prst="rect">
                <a:avLst/>
              </a:prstGeom>
              <a:blipFill>
                <a:blip r:embed="rId23"/>
                <a:stretch>
                  <a:fillRect r="-31818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3131426" y="4776510"/>
                <a:ext cx="1063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1/999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426" y="4776510"/>
                <a:ext cx="1063100" cy="369332"/>
              </a:xfrm>
              <a:prstGeom prst="rect">
                <a:avLst/>
              </a:prstGeom>
              <a:blipFill>
                <a:blip r:embed="rId2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815242" y="2303624"/>
                <a:ext cx="11120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ru-RU" sz="2200" dirty="0"/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242" y="2303624"/>
                <a:ext cx="1112001" cy="461665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/>
              <p:cNvSpPr txBox="1"/>
              <p:nvPr/>
            </p:nvSpPr>
            <p:spPr>
              <a:xfrm>
                <a:off x="838751" y="3943298"/>
                <a:ext cx="131265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=101</m:t>
                    </m:r>
                  </m:oMath>
                </a14:m>
                <a:endParaRPr lang="ru-RU" sz="2200" dirty="0"/>
              </a:p>
            </p:txBody>
          </p:sp>
        </mc:Choice>
        <mc:Fallback xmlns=""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751" y="3943298"/>
                <a:ext cx="1312653" cy="461665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838751" y="3523111"/>
                <a:ext cx="12470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=100</m:t>
                    </m:r>
                  </m:oMath>
                </a14:m>
                <a:endParaRPr lang="ru-RU" sz="2200" dirty="0"/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751" y="3523111"/>
                <a:ext cx="1247043" cy="461665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822951" y="2675969"/>
                <a:ext cx="100557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ru-RU" sz="2200" dirty="0"/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51" y="2675969"/>
                <a:ext cx="1005575" cy="461665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844587" y="4679925"/>
                <a:ext cx="13915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=999</m:t>
                    </m:r>
                  </m:oMath>
                </a14:m>
                <a:endParaRPr lang="ru-RU" sz="2200" dirty="0"/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587" y="4679925"/>
                <a:ext cx="1391513" cy="461665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TextBox 68"/>
          <p:cNvSpPr txBox="1"/>
          <p:nvPr/>
        </p:nvSpPr>
        <p:spPr>
          <a:xfrm>
            <a:off x="980805" y="3009633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2584810" y="4709586"/>
                <a:ext cx="5381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999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4810" y="4709586"/>
                <a:ext cx="538104" cy="461665"/>
              </a:xfrm>
              <a:prstGeom prst="rect">
                <a:avLst/>
              </a:prstGeom>
              <a:blipFill>
                <a:blip r:embed="rId32"/>
                <a:stretch>
                  <a:fillRect r="-31818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TextBox 71"/>
          <p:cNvSpPr txBox="1"/>
          <p:nvPr/>
        </p:nvSpPr>
        <p:spPr>
          <a:xfrm>
            <a:off x="1092385" y="5158534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. . 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2481219" y="1435735"/>
                <a:ext cx="179470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=100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1219" y="1435735"/>
                <a:ext cx="1794707" cy="461665"/>
              </a:xfrm>
              <a:prstGeom prst="rect">
                <a:avLst/>
              </a:prstGeom>
              <a:blipFill>
                <a:blip r:embed="rId33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Группа 1"/>
          <p:cNvGrpSpPr/>
          <p:nvPr/>
        </p:nvGrpSpPr>
        <p:grpSpPr>
          <a:xfrm rot="219818">
            <a:off x="8318228" y="4379011"/>
            <a:ext cx="918195" cy="125473"/>
            <a:chOff x="7939176" y="3860329"/>
            <a:chExt cx="918195" cy="125473"/>
          </a:xfrm>
        </p:grpSpPr>
        <p:sp>
          <p:nvSpPr>
            <p:cNvPr id="76" name="Блок-схема: узел 75"/>
            <p:cNvSpPr/>
            <p:nvPr/>
          </p:nvSpPr>
          <p:spPr>
            <a:xfrm>
              <a:off x="7939176" y="3860329"/>
              <a:ext cx="89834" cy="80345"/>
            </a:xfrm>
            <a:prstGeom prst="flowChartConnector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2400">
                <a:solidFill>
                  <a:schemeClr val="tx2"/>
                </a:solidFill>
              </a:endParaRPr>
            </a:p>
          </p:txBody>
        </p:sp>
        <p:sp>
          <p:nvSpPr>
            <p:cNvPr id="77" name="Блок-схема: узел 76"/>
            <p:cNvSpPr/>
            <p:nvPr/>
          </p:nvSpPr>
          <p:spPr>
            <a:xfrm>
              <a:off x="8049167" y="3875260"/>
              <a:ext cx="89834" cy="80345"/>
            </a:xfrm>
            <a:prstGeom prst="flowChartConnector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2400">
                <a:solidFill>
                  <a:schemeClr val="tx2"/>
                </a:solidFill>
              </a:endParaRPr>
            </a:p>
          </p:txBody>
        </p:sp>
        <p:sp>
          <p:nvSpPr>
            <p:cNvPr id="78" name="Блок-схема: узел 77"/>
            <p:cNvSpPr/>
            <p:nvPr/>
          </p:nvSpPr>
          <p:spPr>
            <a:xfrm>
              <a:off x="8168845" y="3894440"/>
              <a:ext cx="89834" cy="80345"/>
            </a:xfrm>
            <a:prstGeom prst="flowChartConnector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2400">
                <a:solidFill>
                  <a:schemeClr val="tx2"/>
                </a:solidFill>
              </a:endParaRPr>
            </a:p>
          </p:txBody>
        </p:sp>
        <p:sp>
          <p:nvSpPr>
            <p:cNvPr id="79" name="Блок-схема: узел 78"/>
            <p:cNvSpPr/>
            <p:nvPr/>
          </p:nvSpPr>
          <p:spPr>
            <a:xfrm>
              <a:off x="8288523" y="3905457"/>
              <a:ext cx="89834" cy="80345"/>
            </a:xfrm>
            <a:prstGeom prst="flowChartConnector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2400">
                <a:solidFill>
                  <a:schemeClr val="tx2"/>
                </a:solidFill>
              </a:endParaRPr>
            </a:p>
          </p:txBody>
        </p:sp>
        <p:sp>
          <p:nvSpPr>
            <p:cNvPr id="80" name="Блок-схема: узел 79"/>
            <p:cNvSpPr/>
            <p:nvPr/>
          </p:nvSpPr>
          <p:spPr>
            <a:xfrm>
              <a:off x="8378357" y="3905267"/>
              <a:ext cx="89834" cy="80345"/>
            </a:xfrm>
            <a:prstGeom prst="flowChartConnector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2400">
                <a:solidFill>
                  <a:schemeClr val="tx2"/>
                </a:solidFill>
              </a:endParaRPr>
            </a:p>
          </p:txBody>
        </p:sp>
        <p:sp>
          <p:nvSpPr>
            <p:cNvPr id="81" name="Блок-схема: узел 80"/>
            <p:cNvSpPr/>
            <p:nvPr/>
          </p:nvSpPr>
          <p:spPr>
            <a:xfrm>
              <a:off x="8468191" y="3905077"/>
              <a:ext cx="89834" cy="80345"/>
            </a:xfrm>
            <a:prstGeom prst="flowChartConnector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2400">
                <a:solidFill>
                  <a:schemeClr val="tx2"/>
                </a:solidFill>
              </a:endParaRPr>
            </a:p>
          </p:txBody>
        </p:sp>
        <p:sp>
          <p:nvSpPr>
            <p:cNvPr id="82" name="Блок-схема: узел 81"/>
            <p:cNvSpPr/>
            <p:nvPr/>
          </p:nvSpPr>
          <p:spPr>
            <a:xfrm>
              <a:off x="8562474" y="3905077"/>
              <a:ext cx="89834" cy="80345"/>
            </a:xfrm>
            <a:prstGeom prst="flowChartConnector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2400">
                <a:solidFill>
                  <a:schemeClr val="tx2"/>
                </a:solidFill>
              </a:endParaRPr>
            </a:p>
          </p:txBody>
        </p:sp>
        <p:sp>
          <p:nvSpPr>
            <p:cNvPr id="83" name="Блок-схема: узел 82"/>
            <p:cNvSpPr/>
            <p:nvPr/>
          </p:nvSpPr>
          <p:spPr>
            <a:xfrm>
              <a:off x="8632786" y="3905077"/>
              <a:ext cx="89834" cy="80345"/>
            </a:xfrm>
            <a:prstGeom prst="flowChartConnector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2400">
                <a:solidFill>
                  <a:schemeClr val="tx2"/>
                </a:solidFill>
              </a:endParaRPr>
            </a:p>
          </p:txBody>
        </p:sp>
        <p:sp>
          <p:nvSpPr>
            <p:cNvPr id="84" name="Блок-схема: узел 83"/>
            <p:cNvSpPr/>
            <p:nvPr/>
          </p:nvSpPr>
          <p:spPr>
            <a:xfrm>
              <a:off x="8703098" y="3905077"/>
              <a:ext cx="89834" cy="80345"/>
            </a:xfrm>
            <a:prstGeom prst="flowChartConnector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2400">
                <a:solidFill>
                  <a:schemeClr val="tx2"/>
                </a:solidFill>
              </a:endParaRPr>
            </a:p>
          </p:txBody>
        </p:sp>
        <p:sp>
          <p:nvSpPr>
            <p:cNvPr id="85" name="Блок-схема: узел 84"/>
            <p:cNvSpPr/>
            <p:nvPr/>
          </p:nvSpPr>
          <p:spPr>
            <a:xfrm>
              <a:off x="8767537" y="3905077"/>
              <a:ext cx="89834" cy="80345"/>
            </a:xfrm>
            <a:prstGeom prst="flowChartConnector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2400">
                <a:solidFill>
                  <a:schemeClr val="tx2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/>
              <p:cNvSpPr txBox="1"/>
              <p:nvPr/>
            </p:nvSpPr>
            <p:spPr>
              <a:xfrm>
                <a:off x="5147300" y="4398576"/>
                <a:ext cx="9244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6" name="TextBox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300" y="4398576"/>
                <a:ext cx="924477" cy="400110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/>
              <p:cNvSpPr txBox="1"/>
              <p:nvPr/>
            </p:nvSpPr>
            <p:spPr>
              <a:xfrm>
                <a:off x="5309953" y="5187617"/>
                <a:ext cx="76182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9953" y="5187617"/>
                <a:ext cx="761824" cy="400110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/>
              <p:cNvSpPr txBox="1"/>
              <p:nvPr/>
            </p:nvSpPr>
            <p:spPr>
              <a:xfrm>
                <a:off x="5224337" y="3549015"/>
                <a:ext cx="79926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8" name="Text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337" y="3549015"/>
                <a:ext cx="799269" cy="400110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Группа 5"/>
          <p:cNvGrpSpPr/>
          <p:nvPr/>
        </p:nvGrpSpPr>
        <p:grpSpPr>
          <a:xfrm>
            <a:off x="7017253" y="2990019"/>
            <a:ext cx="288140" cy="315494"/>
            <a:chOff x="7017253" y="2990019"/>
            <a:chExt cx="288140" cy="315494"/>
          </a:xfrm>
        </p:grpSpPr>
        <p:sp>
          <p:nvSpPr>
            <p:cNvPr id="30" name="Блок-схема: узел 29"/>
            <p:cNvSpPr/>
            <p:nvPr/>
          </p:nvSpPr>
          <p:spPr>
            <a:xfrm>
              <a:off x="7017253" y="2990019"/>
              <a:ext cx="89834" cy="80345"/>
            </a:xfrm>
            <a:prstGeom prst="flowChartConnector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2400">
                <a:solidFill>
                  <a:schemeClr val="tx2"/>
                </a:solidFill>
              </a:endParaRPr>
            </a:p>
          </p:txBody>
        </p:sp>
        <p:sp>
          <p:nvSpPr>
            <p:cNvPr id="31" name="Блок-схема: узел 30"/>
            <p:cNvSpPr/>
            <p:nvPr/>
          </p:nvSpPr>
          <p:spPr>
            <a:xfrm>
              <a:off x="7215559" y="3225168"/>
              <a:ext cx="89834" cy="80345"/>
            </a:xfrm>
            <a:prstGeom prst="flowChartConnector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2400">
                <a:solidFill>
                  <a:schemeClr val="tx2"/>
                </a:solidFill>
              </a:endParaRPr>
            </a:p>
          </p:txBody>
        </p:sp>
        <p:sp>
          <p:nvSpPr>
            <p:cNvPr id="93" name="Блок-схема: узел 92"/>
            <p:cNvSpPr/>
            <p:nvPr/>
          </p:nvSpPr>
          <p:spPr>
            <a:xfrm>
              <a:off x="7114863" y="3125800"/>
              <a:ext cx="89834" cy="80345"/>
            </a:xfrm>
            <a:prstGeom prst="flowChartConnector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2400">
                <a:solidFill>
                  <a:schemeClr val="tx2"/>
                </a:solidFill>
              </a:endParaRPr>
            </a:p>
          </p:txBody>
        </p:sp>
      </p:grpSp>
      <p:grpSp>
        <p:nvGrpSpPr>
          <p:cNvPr id="7" name="Группа 6"/>
          <p:cNvGrpSpPr/>
          <p:nvPr/>
        </p:nvGrpSpPr>
        <p:grpSpPr>
          <a:xfrm>
            <a:off x="7822966" y="4031208"/>
            <a:ext cx="393910" cy="301394"/>
            <a:chOff x="7844581" y="4031208"/>
            <a:chExt cx="393910" cy="301394"/>
          </a:xfrm>
        </p:grpSpPr>
        <p:sp>
          <p:nvSpPr>
            <p:cNvPr id="94" name="Блок-схема: узел 93"/>
            <p:cNvSpPr/>
            <p:nvPr/>
          </p:nvSpPr>
          <p:spPr>
            <a:xfrm>
              <a:off x="7844581" y="4031208"/>
              <a:ext cx="89834" cy="80345"/>
            </a:xfrm>
            <a:prstGeom prst="flowChartConnector">
              <a:avLst/>
            </a:prstGeom>
            <a:solidFill>
              <a:schemeClr val="accent1"/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2400">
                <a:solidFill>
                  <a:schemeClr val="tx2"/>
                </a:solidFill>
              </a:endParaRPr>
            </a:p>
          </p:txBody>
        </p:sp>
        <p:sp>
          <p:nvSpPr>
            <p:cNvPr id="95" name="Блок-схема: узел 94"/>
            <p:cNvSpPr/>
            <p:nvPr/>
          </p:nvSpPr>
          <p:spPr>
            <a:xfrm>
              <a:off x="7996981" y="4183608"/>
              <a:ext cx="89834" cy="80345"/>
            </a:xfrm>
            <a:prstGeom prst="flowChartConnector">
              <a:avLst/>
            </a:prstGeom>
            <a:solidFill>
              <a:schemeClr val="accent1"/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2400">
                <a:solidFill>
                  <a:schemeClr val="tx2"/>
                </a:solidFill>
              </a:endParaRPr>
            </a:p>
          </p:txBody>
        </p:sp>
        <p:sp>
          <p:nvSpPr>
            <p:cNvPr id="96" name="Блок-схема: узел 95"/>
            <p:cNvSpPr/>
            <p:nvPr/>
          </p:nvSpPr>
          <p:spPr>
            <a:xfrm>
              <a:off x="8148657" y="4252257"/>
              <a:ext cx="89834" cy="80345"/>
            </a:xfrm>
            <a:prstGeom prst="flowChartConnector">
              <a:avLst/>
            </a:prstGeom>
            <a:solidFill>
              <a:schemeClr val="accent1"/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2400">
                <a:solidFill>
                  <a:schemeClr val="tx2"/>
                </a:solidFill>
              </a:endParaRPr>
            </a:p>
          </p:txBody>
        </p:sp>
      </p:grpSp>
      <p:sp>
        <p:nvSpPr>
          <p:cNvPr id="97" name="TextBox 96"/>
          <p:cNvSpPr txBox="1"/>
          <p:nvPr/>
        </p:nvSpPr>
        <p:spPr>
          <a:xfrm>
            <a:off x="1085910" y="4179870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. . 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2853862" y="4144727"/>
            <a:ext cx="7594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. .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4769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150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5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500"/>
                            </p:stCondLst>
                            <p:childTnLst>
                              <p:par>
                                <p:cTn id="17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80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8500"/>
                            </p:stCondLst>
                            <p:childTnLst>
                              <p:par>
                                <p:cTn id="54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9500"/>
                            </p:stCondLst>
                            <p:childTnLst>
                              <p:par>
                                <p:cTn id="58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500"/>
                            </p:stCondLst>
                            <p:childTnLst>
                              <p:par>
                                <p:cTn id="62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1000"/>
                            </p:stCondLst>
                            <p:childTnLst>
                              <p:par>
                                <p:cTn id="6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1500"/>
                            </p:stCondLst>
                            <p:childTnLst>
                              <p:par>
                                <p:cTn id="7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1500"/>
                            </p:stCondLst>
                            <p:childTnLst>
                              <p:par>
                                <p:cTn id="82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2.96296E-6 L 0.15729 -2.96296E-6 C 0.22956 -2.96296E-6 0.32148 -0.01319 0.32148 -0.0243 L 0.32148 -0.0493 " pathEditMode="relative" rAng="0" ptsTypes="AAAA">
                                      <p:cBhvr>
                                        <p:cTn id="83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068" y="-24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3500"/>
                            </p:stCondLst>
                            <p:childTnLst>
                              <p:par>
                                <p:cTn id="85" presetID="6" presetClass="emph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6" dur="10" fill="hold"/>
                                        <p:tgtEl>
                                          <p:spTgt spid="46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3510"/>
                            </p:stCondLst>
                            <p:childTnLst>
                              <p:par>
                                <p:cTn id="88" presetID="3" presetClass="emph" presetSubtype="2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9" dur="1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3520"/>
                            </p:stCondLst>
                            <p:childTnLst>
                              <p:par>
                                <p:cTn id="9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4020"/>
                            </p:stCondLst>
                            <p:childTnLst>
                              <p:par>
                                <p:cTn id="9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4520"/>
                            </p:stCondLst>
                            <p:childTnLst>
                              <p:par>
                                <p:cTn id="10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5520"/>
                            </p:stCondLst>
                            <p:childTnLst>
                              <p:par>
                                <p:cTn id="1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6020"/>
                            </p:stCondLst>
                            <p:childTnLst>
                              <p:par>
                                <p:cTn id="115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3.7037E-7 L 0.16198 -3.7037E-7 C 0.23737 -3.7037E-7 0.33971 -0.01412 0.33971 -0.02593 L 0.33971 -0.05231 " pathEditMode="relative" rAng="0" ptsTypes="AAAA">
                                      <p:cBhvr>
                                        <p:cTn id="116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979" y="-26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8020"/>
                            </p:stCondLst>
                            <p:childTnLst>
                              <p:par>
                                <p:cTn id="118" presetID="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9" dur="10" fill="hold"/>
                                        <p:tgtEl>
                                          <p:spTgt spid="48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8030"/>
                            </p:stCondLst>
                            <p:childTnLst>
                              <p:par>
                                <p:cTn id="121" presetID="3" presetClass="emph" presetSubtype="2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2" dur="1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18040"/>
                            </p:stCondLst>
                            <p:childTnLst>
                              <p:par>
                                <p:cTn id="12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8540"/>
                            </p:stCondLst>
                            <p:childTnLst>
                              <p:par>
                                <p:cTn id="1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8550"/>
                            </p:stCondLst>
                            <p:childTnLst>
                              <p:par>
                                <p:cTn id="1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18560"/>
                            </p:stCondLst>
                            <p:childTnLst>
                              <p:par>
                                <p:cTn id="1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19060"/>
                            </p:stCondLst>
                            <p:childTnLst>
                              <p:par>
                                <p:cTn id="13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20060"/>
                            </p:stCondLst>
                            <p:childTnLst>
                              <p:par>
                                <p:cTn id="14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21060"/>
                            </p:stCondLst>
                            <p:childTnLst>
                              <p:par>
                                <p:cTn id="1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21560"/>
                            </p:stCondLst>
                            <p:childTnLst>
                              <p:par>
                                <p:cTn id="158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2.96296E-6 L 0.19297 -2.96296E-6 C 0.2832 -2.96296E-6 0.40612 -0.00602 0.40612 -0.0118 L 0.40612 -0.0243 " pathEditMode="relative" rAng="0" ptsTypes="AAAA">
                                      <p:cBhvr>
                                        <p:cTn id="159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299" y="-122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23560"/>
                            </p:stCondLst>
                            <p:childTnLst>
                              <p:par>
                                <p:cTn id="161" presetID="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2" dur="10" fill="hold"/>
                                        <p:tgtEl>
                                          <p:spTgt spid="50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23570"/>
                            </p:stCondLst>
                            <p:childTnLst>
                              <p:par>
                                <p:cTn id="164" presetID="3" presetClass="emph" presetSubtype="2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5" dur="1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23580"/>
                            </p:stCondLst>
                            <p:childTnLst>
                              <p:par>
                                <p:cTn id="16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24080"/>
                            </p:stCondLst>
                            <p:childTnLst>
                              <p:par>
                                <p:cTn id="17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25080"/>
                            </p:stCondLst>
                            <p:childTnLst>
                              <p:par>
                                <p:cTn id="177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26080"/>
                            </p:stCondLst>
                            <p:childTnLst>
                              <p:par>
                                <p:cTn id="18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26080"/>
                            </p:stCondLst>
                            <p:childTnLst>
                              <p:par>
                                <p:cTn id="191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-7.40741E-7 L 0.20182 -7.40741E-7 C 0.29713 -7.40741E-7 0.42057 -0.01111 0.42057 -0.02014 L 0.42057 -0.04005 " pathEditMode="relative" rAng="0" ptsTypes="AAAA">
                                      <p:cBhvr>
                                        <p:cTn id="192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029" y="-20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28080"/>
                            </p:stCondLst>
                            <p:childTnLst>
                              <p:par>
                                <p:cTn id="194" presetID="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95" dur="10" fill="hold"/>
                                        <p:tgtEl>
                                          <p:spTgt spid="52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28090"/>
                            </p:stCondLst>
                            <p:childTnLst>
                              <p:par>
                                <p:cTn id="19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28590"/>
                            </p:stCondLst>
                            <p:childTnLst>
                              <p:par>
                                <p:cTn id="20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29090"/>
                            </p:stCondLst>
                            <p:childTnLst>
                              <p:par>
                                <p:cTn id="20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29590"/>
                            </p:stCondLst>
                            <p:childTnLst>
                              <p:par>
                                <p:cTn id="210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30090"/>
                            </p:stCondLst>
                            <p:childTnLst>
                              <p:par>
                                <p:cTn id="21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9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4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31090"/>
                            </p:stCondLst>
                            <p:childTnLst>
                              <p:par>
                                <p:cTn id="2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31100"/>
                            </p:stCondLst>
                            <p:childTnLst>
                              <p:par>
                                <p:cTn id="230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-3.7037E-7 L 0.2573 -3.7037E-7 C 0.35404 -3.7037E-7 0.46693 -0.0287 0.46693 -0.05093 L 0.46693 -0.09838 " pathEditMode="relative" rAng="0" ptsTypes="AAAA">
                                      <p:cBhvr>
                                        <p:cTn id="231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346" y="-49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33100"/>
                            </p:stCondLst>
                            <p:childTnLst>
                              <p:par>
                                <p:cTn id="233" presetID="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34" dur="10" fill="hold"/>
                                        <p:tgtEl>
                                          <p:spTgt spid="70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33110"/>
                            </p:stCondLst>
                            <p:childTnLst>
                              <p:par>
                                <p:cTn id="2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33610"/>
                            </p:stCondLst>
                            <p:childTnLst>
                              <p:par>
                                <p:cTn id="2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 animBg="1"/>
      <p:bldP spid="27" grpId="0" animBg="1"/>
      <p:bldP spid="28" grpId="0" animBg="1"/>
      <p:bldP spid="29" grpId="0" animBg="1"/>
      <p:bldP spid="33" grpId="0"/>
      <p:bldP spid="34" grpId="0"/>
      <p:bldP spid="9" grpId="0"/>
      <p:bldP spid="35" grpId="0"/>
      <p:bldP spid="36" grpId="0"/>
      <p:bldP spid="32" grpId="0"/>
      <p:bldP spid="39" grpId="0"/>
      <p:bldP spid="42" grpId="0"/>
      <p:bldP spid="44" grpId="0"/>
      <p:bldP spid="45" grpId="0"/>
      <p:bldP spid="46" grpId="0"/>
      <p:bldP spid="46" grpId="1"/>
      <p:bldP spid="46" grpId="2"/>
      <p:bldP spid="46" grpId="3"/>
      <p:bldP spid="47" grpId="0"/>
      <p:bldP spid="48" grpId="0"/>
      <p:bldP spid="48" grpId="1"/>
      <p:bldP spid="48" grpId="2"/>
      <p:bldP spid="48" grpId="3"/>
      <p:bldP spid="49" grpId="0"/>
      <p:bldP spid="50" grpId="0"/>
      <p:bldP spid="50" grpId="1"/>
      <p:bldP spid="50" grpId="2"/>
      <p:bldP spid="50" grpId="3"/>
      <p:bldP spid="51" grpId="0"/>
      <p:bldP spid="52" grpId="0"/>
      <p:bldP spid="52" grpId="1"/>
      <p:bldP spid="52" grpId="2"/>
      <p:bldP spid="53" grpId="0"/>
      <p:bldP spid="56" grpId="0"/>
      <p:bldP spid="58" grpId="0"/>
      <p:bldP spid="59" grpId="0"/>
      <p:bldP spid="62" grpId="0"/>
      <p:bldP spid="63" grpId="0"/>
      <p:bldP spid="64" grpId="0"/>
      <p:bldP spid="65" grpId="0"/>
      <p:bldP spid="68" grpId="0"/>
      <p:bldP spid="69" grpId="0"/>
      <p:bldP spid="70" grpId="0"/>
      <p:bldP spid="70" grpId="1"/>
      <p:bldP spid="70" grpId="2"/>
      <p:bldP spid="72" grpId="0"/>
      <p:bldP spid="86" grpId="0"/>
      <p:bldP spid="86" grpId="1"/>
      <p:bldP spid="87" grpId="0"/>
      <p:bldP spid="87" grpId="1"/>
      <p:bldP spid="88" grpId="0"/>
      <p:bldP spid="88" grpId="1"/>
      <p:bldP spid="97" grpId="0"/>
      <p:bldP spid="98" grpId="0"/>
    </p:bldLst>
  </p:timing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rgbClr val="00B05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73865</TotalTime>
  <Words>229</Words>
  <Application>Microsoft Office PowerPoint</Application>
  <PresentationFormat>Широкоэкранный</PresentationFormat>
  <Paragraphs>133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Times New Roman</vt:lpstr>
      <vt:lpstr>Office Theme</vt:lpstr>
      <vt:lpstr>Misol.  x_n=1/n   ketma-ketlikning limiti 0 ekanligini ko‘rsating (n_0 (ε) topilsin)</vt:lpstr>
      <vt:lpstr>x_2</vt:lpstr>
      <vt:lpstr>x_2</vt:lpstr>
      <vt:lpstr>x_2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Toshiba</dc:creator>
  <cp:lastModifiedBy>Toshiba</cp:lastModifiedBy>
  <cp:revision>812</cp:revision>
  <dcterms:created xsi:type="dcterms:W3CDTF">2023-02-22T05:18:19Z</dcterms:created>
  <dcterms:modified xsi:type="dcterms:W3CDTF">2024-10-14T13:21:18Z</dcterms:modified>
</cp:coreProperties>
</file>