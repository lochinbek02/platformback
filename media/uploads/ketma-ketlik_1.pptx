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6"/>
  </p:notesMasterIdLst>
  <p:handoutMasterIdLst>
    <p:handoutMasterId r:id="rId17"/>
  </p:handoutMasterIdLst>
  <p:sldIdLst>
    <p:sldId id="278" r:id="rId2"/>
    <p:sldId id="294" r:id="rId3"/>
    <p:sldId id="314" r:id="rId4"/>
    <p:sldId id="327" r:id="rId5"/>
    <p:sldId id="328" r:id="rId6"/>
    <p:sldId id="342" r:id="rId7"/>
    <p:sldId id="343" r:id="rId8"/>
    <p:sldId id="348" r:id="rId9"/>
    <p:sldId id="330" r:id="rId10"/>
    <p:sldId id="331" r:id="rId11"/>
    <p:sldId id="345" r:id="rId12"/>
    <p:sldId id="349" r:id="rId13"/>
    <p:sldId id="347" r:id="rId14"/>
    <p:sldId id="346" r:id="rId15"/>
  </p:sldIdLst>
  <p:sldSz cx="12192000" cy="6858000"/>
  <p:notesSz cx="13716000" cy="24384000"/>
  <p:defaultTextStyle>
    <a:defPPr rtl="0">
      <a:defRPr lang="ru-RU"/>
    </a:defPPr>
    <a:lvl1pPr marL="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userDrawn="1">
          <p15:clr>
            <a:srgbClr val="A4A3A4"/>
          </p15:clr>
        </p15:guide>
        <p15:guide id="2" pos="456" userDrawn="1">
          <p15:clr>
            <a:srgbClr val="A4A3A4"/>
          </p15:clr>
        </p15:guide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pos="2136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8" orient="horz" pos="1152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0" orient="horz" pos="1512" userDrawn="1">
          <p15:clr>
            <a:srgbClr val="A4A3A4"/>
          </p15:clr>
        </p15:guide>
        <p15:guide id="11" pos="7680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3" pos="1008" userDrawn="1">
          <p15:clr>
            <a:srgbClr val="A4A3A4"/>
          </p15:clr>
        </p15:guide>
        <p15:guide id="14" pos="1584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4" orient="horz" pos="960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58792B"/>
    <a:srgbClr val="F5CDCE"/>
    <a:srgbClr val="202C8F"/>
    <a:srgbClr val="FDFBF6"/>
    <a:srgbClr val="AAC4E9"/>
    <a:srgbClr val="DF8C8C"/>
    <a:srgbClr val="D4D593"/>
    <a:srgbClr val="E6F0FE"/>
    <a:srgbClr val="CDBE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8B1032C-EA38-4F05-BA0D-38AFFFC7BED3}" styleName="Светлый стиль 3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09" autoAdjust="0"/>
  </p:normalViewPr>
  <p:slideViewPr>
    <p:cSldViewPr snapToGrid="0" snapToObjects="1">
      <p:cViewPr varScale="1">
        <p:scale>
          <a:sx n="69" d="100"/>
          <a:sy n="69" d="100"/>
        </p:scale>
        <p:origin x="84" y="84"/>
      </p:cViewPr>
      <p:guideLst>
        <p:guide/>
        <p:guide pos="456"/>
        <p:guide orient="horz" pos="2616"/>
        <p:guide orient="horz" pos="3264"/>
        <p:guide pos="6912"/>
        <p:guide orient="horz" pos="2136"/>
        <p:guide orient="horz" pos="4008"/>
        <p:guide orient="horz" pos="1152"/>
        <p:guide orient="horz" pos="2352"/>
        <p:guide orient="horz" pos="1512"/>
        <p:guide pos="7680"/>
        <p:guide pos="6696"/>
        <p:guide pos="1008"/>
        <p:guide pos="1584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orient="horz" pos="960"/>
        <p:guide pos="5256"/>
        <p:guide pos="726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37" d="100"/>
          <a:sy n="37" d="100"/>
        </p:scale>
        <p:origin x="3384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54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68B43649-8DAC-8EAD-79EC-38164EB67FF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E1CFC8B-2C22-8A28-E4E1-F22ACDA82A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8AA0D6-3DB1-4639-9734-75B3ACB9066C}" type="datetime1">
              <a:rPr lang="ru-RU" smtClean="0"/>
              <a:t>09.10.2024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418F33F-13D6-8A60-FC43-3046C7D98B9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B9DD896-3611-B4B0-6FF6-781A1A0AC8E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AE9F09-2159-4EEA-B66C-DBCA6AE929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945304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9931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Изображение 0" descr="preencoded.png">
            <a:extLst>
              <a:ext uri="{FF2B5EF4-FFF2-40B4-BE49-F238E27FC236}">
                <a16:creationId xmlns:a16="http://schemas.microsoft.com/office/drawing/2014/main" id="{BA5D5A72-CB6F-F8DE-E2C9-90459C8C3DC1}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0" name="Полилиния: Фигура 19">
            <a:extLst>
              <a:ext uri="{FF2B5EF4-FFF2-40B4-BE49-F238E27FC236}">
                <a16:creationId xmlns:a16="http://schemas.microsoft.com/office/drawing/2014/main" id="{E66FD7FF-2869-7902-36B2-2B229AB9AB19}"/>
              </a:ext>
            </a:extLst>
          </p:cNvPr>
          <p:cNvSpPr/>
          <p:nvPr userDrawn="1"/>
        </p:nvSpPr>
        <p:spPr>
          <a:xfrm>
            <a:off x="1600201" y="1153228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Полилиния: Фигура 17">
            <a:extLst>
              <a:ext uri="{FF2B5EF4-FFF2-40B4-BE49-F238E27FC236}">
                <a16:creationId xmlns:a16="http://schemas.microsoft.com/office/drawing/2014/main" id="{B1457C88-4472-81CF-02AF-4421E0A3084B}"/>
              </a:ext>
            </a:extLst>
          </p:cNvPr>
          <p:cNvSpPr/>
          <p:nvPr userDrawn="1"/>
        </p:nvSpPr>
        <p:spPr>
          <a:xfrm>
            <a:off x="2795588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403092" y="1984248"/>
            <a:ext cx="5385816" cy="1225296"/>
          </a:xfrm>
        </p:spPr>
        <p:txBody>
          <a:bodyPr tIns="0" rtlCol="0" anchor="t">
            <a:noAutofit/>
          </a:bodyPr>
          <a:lstStyle>
            <a:lvl1pPr algn="ctr">
              <a:defRPr lang="ru-RU" sz="4400"/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349496" y="3483864"/>
            <a:ext cx="3493008" cy="878908"/>
          </a:xfrm>
        </p:spPr>
        <p:txBody>
          <a:bodyPr lIns="0" tIns="0" rIns="0" bIns="0" rtlCol="0">
            <a:noAutofit/>
          </a:bodyPr>
          <a:lstStyle>
            <a:lvl1pPr marL="0" indent="0" algn="ctr">
              <a:buNone/>
              <a:defRPr lang="ru-RU" sz="2400"/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/>
              <a:t>Образец подзаголовка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вест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75923D9E-9381-3D11-B31A-1BF5C97F35B0}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Полилиния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8" name="Полилиния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0F297964-0B81-31DC-6D6D-1414832238B1}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Полилиния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1" name="Полилиния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14" name="Изображение 2" descr="preencoded.png">
            <a:extLst>
              <a:ext uri="{FF2B5EF4-FFF2-40B4-BE49-F238E27FC236}">
                <a16:creationId xmlns:a16="http://schemas.microsoft.com/office/drawing/2014/main" id="{EFFAEAD9-58A9-096B-C6D0-58F7AD08EB20}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9616" y="1901952"/>
            <a:ext cx="5693664" cy="768096"/>
          </a:xfrm>
        </p:spPr>
        <p:txBody>
          <a:bodyPr rtlCol="0">
            <a:noAutofit/>
          </a:bodyPr>
          <a:lstStyle>
            <a:lvl1pPr algn="l">
              <a:lnSpc>
                <a:spcPct val="100000"/>
              </a:lnSpc>
              <a:defRPr lang="ru-RU"/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616" y="2770632"/>
            <a:ext cx="5693664" cy="3122168"/>
          </a:xfrm>
        </p:spPr>
        <p:txBody>
          <a:bodyPr rtlCol="0">
            <a:no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50000"/>
              </a:lnSpc>
              <a:spcBef>
                <a:spcPts val="0"/>
              </a:spcBef>
              <a:defRPr lang="ru-RU" sz="2000"/>
            </a:lvl2pPr>
            <a:lvl3pPr marL="685800">
              <a:lnSpc>
                <a:spcPct val="150000"/>
              </a:lnSpc>
              <a:spcBef>
                <a:spcPts val="0"/>
              </a:spcBef>
              <a:defRPr lang="ru-RU" sz="1800"/>
            </a:lvl3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Введ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олилиния: Фигура 22">
            <a:extLst>
              <a:ext uri="{FF2B5EF4-FFF2-40B4-BE49-F238E27FC236}">
                <a16:creationId xmlns:a16="http://schemas.microsoft.com/office/drawing/2014/main" id="{C35EFB42-020B-1DF4-3D42-26092CE45F08}"/>
              </a:ext>
            </a:extLst>
          </p:cNvPr>
          <p:cNvSpPr/>
          <p:nvPr userDrawn="1"/>
        </p:nvSpPr>
        <p:spPr>
          <a:xfrm>
            <a:off x="0" y="3427336"/>
            <a:ext cx="3430200" cy="3430665"/>
          </a:xfrm>
          <a:custGeom>
            <a:avLst/>
            <a:gdLst>
              <a:gd name="connsiteX0" fmla="*/ 0 w 3430200"/>
              <a:gd name="connsiteY0" fmla="*/ 0 h 3430665"/>
              <a:gd name="connsiteX1" fmla="*/ 3430200 w 3430200"/>
              <a:gd name="connsiteY1" fmla="*/ 0 h 3430665"/>
              <a:gd name="connsiteX2" fmla="*/ 3430200 w 3430200"/>
              <a:gd name="connsiteY2" fmla="*/ 3430665 h 3430665"/>
              <a:gd name="connsiteX3" fmla="*/ 0 w 3430200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0200" h="3430665">
                <a:moveTo>
                  <a:pt x="0" y="0"/>
                </a:moveTo>
                <a:lnTo>
                  <a:pt x="3430200" y="0"/>
                </a:lnTo>
                <a:lnTo>
                  <a:pt x="3430200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0" name="Полилиния: фигура 19">
            <a:extLst>
              <a:ext uri="{FF2B5EF4-FFF2-40B4-BE49-F238E27FC236}">
                <a16:creationId xmlns:a16="http://schemas.microsoft.com/office/drawing/2014/main" id="{AB4DD322-D1E0-74CB-BBFF-057426E58EBC}"/>
              </a:ext>
            </a:extLst>
          </p:cNvPr>
          <p:cNvSpPr/>
          <p:nvPr userDrawn="1"/>
        </p:nvSpPr>
        <p:spPr>
          <a:xfrm>
            <a:off x="0" y="3427336"/>
            <a:ext cx="3430200" cy="3430665"/>
          </a:xfrm>
          <a:custGeom>
            <a:avLst/>
            <a:gdLst>
              <a:gd name="connsiteX0" fmla="*/ 3430200 w 3430200"/>
              <a:gd name="connsiteY0" fmla="*/ 0 h 3430665"/>
              <a:gd name="connsiteX1" fmla="*/ 3430200 w 3430200"/>
              <a:gd name="connsiteY1" fmla="*/ 3430665 h 3430665"/>
              <a:gd name="connsiteX2" fmla="*/ 0 w 3430200"/>
              <a:gd name="connsiteY2" fmla="*/ 3430665 h 3430665"/>
              <a:gd name="connsiteX3" fmla="*/ 0 w 3430200"/>
              <a:gd name="connsiteY3" fmla="*/ 3417531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0200" h="3430665">
                <a:moveTo>
                  <a:pt x="3430200" y="0"/>
                </a:moveTo>
                <a:lnTo>
                  <a:pt x="3430200" y="3430665"/>
                </a:lnTo>
                <a:lnTo>
                  <a:pt x="0" y="3430665"/>
                </a:lnTo>
                <a:lnTo>
                  <a:pt x="0" y="341753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Полилиния: Фигура 13">
            <a:extLst>
              <a:ext uri="{FF2B5EF4-FFF2-40B4-BE49-F238E27FC236}">
                <a16:creationId xmlns:a16="http://schemas.microsoft.com/office/drawing/2014/main" id="{C11D3FCE-EC92-8558-A3E5-04DB12477A3B}"/>
              </a:ext>
            </a:extLst>
          </p:cNvPr>
          <p:cNvSpPr/>
          <p:nvPr userDrawn="1"/>
        </p:nvSpPr>
        <p:spPr>
          <a:xfrm>
            <a:off x="1" y="1"/>
            <a:ext cx="3423785" cy="3437345"/>
          </a:xfrm>
          <a:custGeom>
            <a:avLst/>
            <a:gdLst>
              <a:gd name="connsiteX0" fmla="*/ 0 w 3423785"/>
              <a:gd name="connsiteY0" fmla="*/ 0 h 3437345"/>
              <a:gd name="connsiteX1" fmla="*/ 3423785 w 3423785"/>
              <a:gd name="connsiteY1" fmla="*/ 0 h 3437345"/>
              <a:gd name="connsiteX2" fmla="*/ 3423785 w 3423785"/>
              <a:gd name="connsiteY2" fmla="*/ 3437345 h 3437345"/>
              <a:gd name="connsiteX3" fmla="*/ 0 w 342378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3785" h="3437345">
                <a:moveTo>
                  <a:pt x="0" y="0"/>
                </a:moveTo>
                <a:lnTo>
                  <a:pt x="3423785" y="0"/>
                </a:lnTo>
                <a:lnTo>
                  <a:pt x="342378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 userDrawn="1">
            <p:ph type="title"/>
          </p:nvPr>
        </p:nvSpPr>
        <p:spPr>
          <a:xfrm>
            <a:off x="4224528" y="2276856"/>
            <a:ext cx="6766560" cy="768096"/>
          </a:xfrm>
        </p:spPr>
        <p:txBody>
          <a:bodyPr rtlCol="0">
            <a:noAutofit/>
          </a:bodyPr>
          <a:lstStyle>
            <a:lvl1pPr algn="l">
              <a:lnSpc>
                <a:spcPct val="100000"/>
              </a:lnSpc>
              <a:defRPr lang="ru-RU" b="1"/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 userDrawn="1">
            <p:ph idx="1"/>
          </p:nvPr>
        </p:nvSpPr>
        <p:spPr>
          <a:xfrm>
            <a:off x="4224528" y="3222752"/>
            <a:ext cx="6766560" cy="2700528"/>
          </a:xfrm>
        </p:spPr>
        <p:txBody>
          <a:bodyPr rtlCol="0">
            <a:noAutofit/>
          </a:bodyPr>
          <a:lstStyle>
            <a:lvl1pPr marL="0" indent="0">
              <a:buNone/>
              <a:defRPr lang="ru-RU" sz="1500"/>
            </a:lvl1pPr>
            <a:lvl2pPr>
              <a:defRPr lang="ru-RU" sz="1500"/>
            </a:lvl2pPr>
            <a:lvl3pPr>
              <a:defRPr lang="ru-RU" sz="1500"/>
            </a:lvl3pPr>
            <a:lvl4pPr>
              <a:defRPr lang="ru-RU" sz="1500"/>
            </a:lvl4pPr>
            <a:lvl5pPr>
              <a:defRPr lang="ru-RU" sz="1500"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5" name="Нижний колонтитул 4"/>
          <p:cNvSpPr>
            <a:spLocks noGrp="1"/>
          </p:cNvSpPr>
          <p:nvPr userDrawn="1">
            <p:ph type="ftr" sz="quarter" idx="11"/>
          </p:nvPr>
        </p:nvSpPr>
        <p:spPr>
          <a:xfrm>
            <a:off x="4224528" y="457200"/>
            <a:ext cx="3200400" cy="274320"/>
          </a:xfrm>
        </p:spPr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 dirty="0"/>
              <a:t>Заголовок презентации</a:t>
            </a:r>
          </a:p>
        </p:txBody>
      </p:sp>
      <p:sp>
        <p:nvSpPr>
          <p:cNvPr id="6" name="Номер слайда 5"/>
          <p:cNvSpPr>
            <a:spLocks noGrp="1"/>
          </p:cNvSpPr>
          <p:nvPr userDrawn="1">
            <p:ph type="sldNum" sz="quarter" idx="12"/>
          </p:nvPr>
        </p:nvSpPr>
        <p:spPr/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dirty="0"/>
              <a:t>‹#›</a:t>
            </a:fld>
            <a:endParaRPr lang="ru-RU" dirty="0"/>
          </a:p>
        </p:txBody>
      </p:sp>
      <p:sp>
        <p:nvSpPr>
          <p:cNvPr id="17" name="Полилиния: фигура 16">
            <a:extLst>
              <a:ext uri="{FF2B5EF4-FFF2-40B4-BE49-F238E27FC236}">
                <a16:creationId xmlns:a16="http://schemas.microsoft.com/office/drawing/2014/main" id="{217CBC9E-B934-828F-2AE5-211CEF5B1D25}"/>
              </a:ext>
            </a:extLst>
          </p:cNvPr>
          <p:cNvSpPr/>
          <p:nvPr userDrawn="1"/>
        </p:nvSpPr>
        <p:spPr>
          <a:xfrm>
            <a:off x="1" y="869"/>
            <a:ext cx="3423785" cy="3436477"/>
          </a:xfrm>
          <a:custGeom>
            <a:avLst/>
            <a:gdLst>
              <a:gd name="connsiteX0" fmla="*/ 0 w 3423785"/>
              <a:gd name="connsiteY0" fmla="*/ 0 h 3436477"/>
              <a:gd name="connsiteX1" fmla="*/ 3423785 w 3423785"/>
              <a:gd name="connsiteY1" fmla="*/ 3436477 h 3436477"/>
              <a:gd name="connsiteX2" fmla="*/ 0 w 3423785"/>
              <a:gd name="connsiteY2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3785" h="3436477">
                <a:moveTo>
                  <a:pt x="0" y="0"/>
                </a:moveTo>
                <a:lnTo>
                  <a:pt x="3423785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21832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Полилиния: Фигура 33">
            <a:extLst>
              <a:ext uri="{FF2B5EF4-FFF2-40B4-BE49-F238E27FC236}">
                <a16:creationId xmlns:a16="http://schemas.microsoft.com/office/drawing/2014/main" id="{3D352B04-96E6-839B-9D92-EE98385C4D49}"/>
              </a:ext>
            </a:extLst>
          </p:cNvPr>
          <p:cNvSpPr/>
          <p:nvPr userDrawn="1"/>
        </p:nvSpPr>
        <p:spPr>
          <a:xfrm>
            <a:off x="2062836" y="686475"/>
            <a:ext cx="7774629" cy="6193018"/>
          </a:xfrm>
          <a:custGeom>
            <a:avLst/>
            <a:gdLst>
              <a:gd name="connsiteX0" fmla="*/ 3887320 w 7774629"/>
              <a:gd name="connsiteY0" fmla="*/ 0 h 6193018"/>
              <a:gd name="connsiteX1" fmla="*/ 7774629 w 7774629"/>
              <a:gd name="connsiteY1" fmla="*/ 3884811 h 6193018"/>
              <a:gd name="connsiteX2" fmla="*/ 7774629 w 7774629"/>
              <a:gd name="connsiteY2" fmla="*/ 6193018 h 6193018"/>
              <a:gd name="connsiteX3" fmla="*/ 0 w 7774629"/>
              <a:gd name="connsiteY3" fmla="*/ 6193018 h 6193018"/>
              <a:gd name="connsiteX4" fmla="*/ 0 w 7774629"/>
              <a:gd name="connsiteY4" fmla="*/ 3884811 h 6193018"/>
              <a:gd name="connsiteX5" fmla="*/ 3887320 w 7774629"/>
              <a:gd name="connsiteY5" fmla="*/ 0 h 6193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74629" h="6193018">
                <a:moveTo>
                  <a:pt x="3887320" y="0"/>
                </a:moveTo>
                <a:cubicBezTo>
                  <a:pt x="6034243" y="0"/>
                  <a:pt x="7774629" y="1739299"/>
                  <a:pt x="7774629" y="3884811"/>
                </a:cubicBezTo>
                <a:lnTo>
                  <a:pt x="7774629" y="6193018"/>
                </a:lnTo>
                <a:lnTo>
                  <a:pt x="0" y="6193018"/>
                </a:lnTo>
                <a:lnTo>
                  <a:pt x="0" y="3884811"/>
                </a:lnTo>
                <a:cubicBezTo>
                  <a:pt x="0" y="1739299"/>
                  <a:pt x="1740414" y="0"/>
                  <a:pt x="388732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99000"/>
            </a:schemeClr>
          </a:solidFill>
          <a:ln w="543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6" name="Полилиния: Фигура 45">
            <a:extLst>
              <a:ext uri="{FF2B5EF4-FFF2-40B4-BE49-F238E27FC236}">
                <a16:creationId xmlns:a16="http://schemas.microsoft.com/office/drawing/2014/main" id="{723D98FB-5EB7-A8DF-8470-B23A80D669E4}"/>
              </a:ext>
            </a:extLst>
          </p:cNvPr>
          <p:cNvSpPr/>
          <p:nvPr userDrawn="1"/>
        </p:nvSpPr>
        <p:spPr>
          <a:xfrm>
            <a:off x="7610252" y="1"/>
            <a:ext cx="2273668" cy="3147998"/>
          </a:xfrm>
          <a:custGeom>
            <a:avLst/>
            <a:gdLst>
              <a:gd name="connsiteX0" fmla="*/ 183295 w 2273668"/>
              <a:gd name="connsiteY0" fmla="*/ 0 h 3147998"/>
              <a:gd name="connsiteX1" fmla="*/ 2273668 w 2273668"/>
              <a:gd name="connsiteY1" fmla="*/ 0 h 3147998"/>
              <a:gd name="connsiteX2" fmla="*/ 2273668 w 2273668"/>
              <a:gd name="connsiteY2" fmla="*/ 3147998 h 3147998"/>
              <a:gd name="connsiteX3" fmla="*/ 2096300 w 2273668"/>
              <a:gd name="connsiteY3" fmla="*/ 3147998 h 3147998"/>
              <a:gd name="connsiteX4" fmla="*/ 2033714 w 2273668"/>
              <a:gd name="connsiteY4" fmla="*/ 3144814 h 3147998"/>
              <a:gd name="connsiteX5" fmla="*/ 0 w 2273668"/>
              <a:gd name="connsiteY5" fmla="*/ 886966 h 3147998"/>
              <a:gd name="connsiteX6" fmla="*/ 178732 w 2273668"/>
              <a:gd name="connsiteY6" fmla="*/ 9417 h 314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73668" h="3147998">
                <a:moveTo>
                  <a:pt x="183295" y="0"/>
                </a:moveTo>
                <a:lnTo>
                  <a:pt x="2273668" y="0"/>
                </a:lnTo>
                <a:lnTo>
                  <a:pt x="2273668" y="3147998"/>
                </a:lnTo>
                <a:lnTo>
                  <a:pt x="2096300" y="3147998"/>
                </a:lnTo>
                <a:lnTo>
                  <a:pt x="2033714" y="3144814"/>
                </a:lnTo>
                <a:cubicBezTo>
                  <a:pt x="895944" y="3028420"/>
                  <a:pt x="0" y="2060597"/>
                  <a:pt x="0" y="886966"/>
                </a:cubicBezTo>
                <a:cubicBezTo>
                  <a:pt x="0" y="576250"/>
                  <a:pt x="63712" y="279606"/>
                  <a:pt x="178732" y="941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3" name="Полилиния: Фигура 42">
            <a:extLst>
              <a:ext uri="{FF2B5EF4-FFF2-40B4-BE49-F238E27FC236}">
                <a16:creationId xmlns:a16="http://schemas.microsoft.com/office/drawing/2014/main" id="{4550F3CE-BAE9-3916-42CA-F4D906FA5173}"/>
              </a:ext>
            </a:extLst>
          </p:cNvPr>
          <p:cNvSpPr/>
          <p:nvPr userDrawn="1"/>
        </p:nvSpPr>
        <p:spPr>
          <a:xfrm>
            <a:off x="9883919" y="2"/>
            <a:ext cx="2254928" cy="3141557"/>
          </a:xfrm>
          <a:custGeom>
            <a:avLst/>
            <a:gdLst>
              <a:gd name="connsiteX0" fmla="*/ 0 w 2254928"/>
              <a:gd name="connsiteY0" fmla="*/ 0 h 3141557"/>
              <a:gd name="connsiteX1" fmla="*/ 2080472 w 2254928"/>
              <a:gd name="connsiteY1" fmla="*/ 0 h 3141557"/>
              <a:gd name="connsiteX2" fmla="*/ 2154269 w 2254928"/>
              <a:gd name="connsiteY2" fmla="*/ 202607 h 3141557"/>
              <a:gd name="connsiteX3" fmla="*/ 2254928 w 2254928"/>
              <a:gd name="connsiteY3" fmla="*/ 871976 h 3141557"/>
              <a:gd name="connsiteX4" fmla="*/ 231934 w 2254928"/>
              <a:gd name="connsiteY4" fmla="*/ 3128339 h 3141557"/>
              <a:gd name="connsiteX5" fmla="*/ 19 w 2254928"/>
              <a:gd name="connsiteY5" fmla="*/ 3141557 h 3141557"/>
              <a:gd name="connsiteX6" fmla="*/ 0 w 2254928"/>
              <a:gd name="connsiteY6" fmla="*/ 3141557 h 3141557"/>
              <a:gd name="connsiteX7" fmla="*/ 0 w 2254928"/>
              <a:gd name="connsiteY7" fmla="*/ 2729990 h 3141557"/>
              <a:gd name="connsiteX8" fmla="*/ 0 w 2254928"/>
              <a:gd name="connsiteY8" fmla="*/ 2344136 h 3141557"/>
              <a:gd name="connsiteX9" fmla="*/ 0 w 2254928"/>
              <a:gd name="connsiteY9" fmla="*/ 1983167 h 3141557"/>
              <a:gd name="connsiteX10" fmla="*/ 0 w 2254928"/>
              <a:gd name="connsiteY10" fmla="*/ 1646252 h 3141557"/>
              <a:gd name="connsiteX11" fmla="*/ 0 w 2254928"/>
              <a:gd name="connsiteY11" fmla="*/ 1332565 h 3141557"/>
              <a:gd name="connsiteX12" fmla="*/ 0 w 2254928"/>
              <a:gd name="connsiteY12" fmla="*/ 1041273 h 3141557"/>
              <a:gd name="connsiteX13" fmla="*/ 0 w 2254928"/>
              <a:gd name="connsiteY13" fmla="*/ 771549 h 3141557"/>
              <a:gd name="connsiteX14" fmla="*/ 0 w 2254928"/>
              <a:gd name="connsiteY14" fmla="*/ 522561 h 3141557"/>
              <a:gd name="connsiteX15" fmla="*/ 0 w 2254928"/>
              <a:gd name="connsiteY15" fmla="*/ 293482 h 3141557"/>
              <a:gd name="connsiteX16" fmla="*/ 0 w 2254928"/>
              <a:gd name="connsiteY16" fmla="*/ 83481 h 3141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54928" h="3141557">
                <a:moveTo>
                  <a:pt x="0" y="0"/>
                </a:moveTo>
                <a:lnTo>
                  <a:pt x="2080472" y="0"/>
                </a:lnTo>
                <a:lnTo>
                  <a:pt x="2154269" y="202607"/>
                </a:lnTo>
                <a:cubicBezTo>
                  <a:pt x="2219730" y="414134"/>
                  <a:pt x="2254928" y="638939"/>
                  <a:pt x="2254928" y="871976"/>
                </a:cubicBezTo>
                <a:cubicBezTo>
                  <a:pt x="2254928" y="2045607"/>
                  <a:pt x="1374977" y="3005515"/>
                  <a:pt x="231934" y="3128339"/>
                </a:cubicBezTo>
                <a:lnTo>
                  <a:pt x="19" y="3141557"/>
                </a:lnTo>
                <a:lnTo>
                  <a:pt x="0" y="3141557"/>
                </a:lnTo>
                <a:lnTo>
                  <a:pt x="0" y="2729990"/>
                </a:lnTo>
                <a:lnTo>
                  <a:pt x="0" y="2344136"/>
                </a:lnTo>
                <a:lnTo>
                  <a:pt x="0" y="1983167"/>
                </a:lnTo>
                <a:lnTo>
                  <a:pt x="0" y="1646252"/>
                </a:lnTo>
                <a:lnTo>
                  <a:pt x="0" y="1332565"/>
                </a:lnTo>
                <a:lnTo>
                  <a:pt x="0" y="1041273"/>
                </a:lnTo>
                <a:lnTo>
                  <a:pt x="0" y="771549"/>
                </a:lnTo>
                <a:lnTo>
                  <a:pt x="0" y="522561"/>
                </a:lnTo>
                <a:lnTo>
                  <a:pt x="0" y="293482"/>
                </a:lnTo>
                <a:lnTo>
                  <a:pt x="0" y="8348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9" name="Полилиния: Фигура 48">
            <a:extLst>
              <a:ext uri="{FF2B5EF4-FFF2-40B4-BE49-F238E27FC236}">
                <a16:creationId xmlns:a16="http://schemas.microsoft.com/office/drawing/2014/main" id="{D83F65A0-0C52-48AD-DC5D-B5D3BF3CC188}"/>
              </a:ext>
            </a:extLst>
          </p:cNvPr>
          <p:cNvSpPr/>
          <p:nvPr userDrawn="1"/>
        </p:nvSpPr>
        <p:spPr>
          <a:xfrm>
            <a:off x="8395730" y="2"/>
            <a:ext cx="2959203" cy="2352793"/>
          </a:xfrm>
          <a:custGeom>
            <a:avLst/>
            <a:gdLst>
              <a:gd name="connsiteX0" fmla="*/ 289830 w 2959203"/>
              <a:gd name="connsiteY0" fmla="*/ 0 h 2352793"/>
              <a:gd name="connsiteX1" fmla="*/ 2669374 w 2959203"/>
              <a:gd name="connsiteY1" fmla="*/ 0 h 2352793"/>
              <a:gd name="connsiteX2" fmla="*/ 2706511 w 2959203"/>
              <a:gd name="connsiteY2" fmla="*/ 49584 h 2352793"/>
              <a:gd name="connsiteX3" fmla="*/ 2951565 w 2959203"/>
              <a:gd name="connsiteY3" fmla="*/ 724493 h 2352793"/>
              <a:gd name="connsiteX4" fmla="*/ 2959203 w 2959203"/>
              <a:gd name="connsiteY4" fmla="*/ 875514 h 2352793"/>
              <a:gd name="connsiteX5" fmla="*/ 2959203 w 2959203"/>
              <a:gd name="connsiteY5" fmla="*/ 875554 h 2352793"/>
              <a:gd name="connsiteX6" fmla="*/ 2951565 w 2959203"/>
              <a:gd name="connsiteY6" fmla="*/ 1026575 h 2352793"/>
              <a:gd name="connsiteX7" fmla="*/ 1479602 w 2959203"/>
              <a:gd name="connsiteY7" fmla="*/ 2352793 h 2352793"/>
              <a:gd name="connsiteX8" fmla="*/ 0 w 2959203"/>
              <a:gd name="connsiteY8" fmla="*/ 875534 h 2352793"/>
              <a:gd name="connsiteX9" fmla="*/ 252694 w 2959203"/>
              <a:gd name="connsiteY9" fmla="*/ 49584 h 2352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959203" h="2352793">
                <a:moveTo>
                  <a:pt x="289830" y="0"/>
                </a:moveTo>
                <a:lnTo>
                  <a:pt x="2669374" y="0"/>
                </a:lnTo>
                <a:lnTo>
                  <a:pt x="2706511" y="49584"/>
                </a:lnTo>
                <a:cubicBezTo>
                  <a:pt x="2839459" y="246061"/>
                  <a:pt x="2926309" y="476187"/>
                  <a:pt x="2951565" y="724493"/>
                </a:cubicBezTo>
                <a:lnTo>
                  <a:pt x="2959203" y="875514"/>
                </a:lnTo>
                <a:lnTo>
                  <a:pt x="2959203" y="875554"/>
                </a:lnTo>
                <a:lnTo>
                  <a:pt x="2951565" y="1026575"/>
                </a:lnTo>
                <a:cubicBezTo>
                  <a:pt x="2875795" y="1771492"/>
                  <a:pt x="2245691" y="2352793"/>
                  <a:pt x="1479602" y="2352793"/>
                </a:cubicBezTo>
                <a:cubicBezTo>
                  <a:pt x="662440" y="2352793"/>
                  <a:pt x="0" y="1691401"/>
                  <a:pt x="0" y="875534"/>
                </a:cubicBezTo>
                <a:cubicBezTo>
                  <a:pt x="0" y="569583"/>
                  <a:pt x="93156" y="285356"/>
                  <a:pt x="252694" y="495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0" name="Полилиния: Фигура 39">
            <a:extLst>
              <a:ext uri="{FF2B5EF4-FFF2-40B4-BE49-F238E27FC236}">
                <a16:creationId xmlns:a16="http://schemas.microsoft.com/office/drawing/2014/main" id="{F8FA7F58-C470-6376-9DB1-DE7034C491E8}"/>
              </a:ext>
            </a:extLst>
          </p:cNvPr>
          <p:cNvSpPr/>
          <p:nvPr userDrawn="1"/>
        </p:nvSpPr>
        <p:spPr>
          <a:xfrm>
            <a:off x="1390854" y="3130662"/>
            <a:ext cx="3106248" cy="3748831"/>
          </a:xfrm>
          <a:custGeom>
            <a:avLst/>
            <a:gdLst>
              <a:gd name="connsiteX0" fmla="*/ 0 w 3106248"/>
              <a:gd name="connsiteY0" fmla="*/ 0 h 3748831"/>
              <a:gd name="connsiteX1" fmla="*/ 3106248 w 3106248"/>
              <a:gd name="connsiteY1" fmla="*/ 3748831 h 3748831"/>
              <a:gd name="connsiteX2" fmla="*/ 0 w 3106248"/>
              <a:gd name="connsiteY2" fmla="*/ 3748831 h 3748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06248" h="3748831">
                <a:moveTo>
                  <a:pt x="0" y="0"/>
                </a:moveTo>
                <a:lnTo>
                  <a:pt x="3106248" y="3748831"/>
                </a:lnTo>
                <a:lnTo>
                  <a:pt x="0" y="3748831"/>
                </a:lnTo>
                <a:close/>
              </a:path>
            </a:pathLst>
          </a:custGeom>
          <a:solidFill>
            <a:schemeClr val="accent2">
              <a:alpha val="99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7" name="Полилиния: Фигура 36">
            <a:extLst>
              <a:ext uri="{FF2B5EF4-FFF2-40B4-BE49-F238E27FC236}">
                <a16:creationId xmlns:a16="http://schemas.microsoft.com/office/drawing/2014/main" id="{B27C9E57-563E-7980-7B3C-45FAD9C386F4}"/>
              </a:ext>
            </a:extLst>
          </p:cNvPr>
          <p:cNvSpPr/>
          <p:nvPr userDrawn="1"/>
        </p:nvSpPr>
        <p:spPr>
          <a:xfrm>
            <a:off x="0" y="3130661"/>
            <a:ext cx="1400640" cy="3748832"/>
          </a:xfrm>
          <a:custGeom>
            <a:avLst/>
            <a:gdLst>
              <a:gd name="connsiteX0" fmla="*/ 1400640 w 1400640"/>
              <a:gd name="connsiteY0" fmla="*/ 0 h 3748832"/>
              <a:gd name="connsiteX1" fmla="*/ 1400640 w 1400640"/>
              <a:gd name="connsiteY1" fmla="*/ 3748832 h 3748832"/>
              <a:gd name="connsiteX2" fmla="*/ 0 w 1400640"/>
              <a:gd name="connsiteY2" fmla="*/ 3748832 h 3748832"/>
              <a:gd name="connsiteX3" fmla="*/ 0 w 1400640"/>
              <a:gd name="connsiteY3" fmla="*/ 1684743 h 3748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0640" h="3748832">
                <a:moveTo>
                  <a:pt x="1400640" y="0"/>
                </a:moveTo>
                <a:lnTo>
                  <a:pt x="1400640" y="3748832"/>
                </a:lnTo>
                <a:lnTo>
                  <a:pt x="0" y="3748832"/>
                </a:lnTo>
                <a:lnTo>
                  <a:pt x="0" y="168474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lvl="0" algn="ctr" rtl="0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95600" y="3776472"/>
            <a:ext cx="6400800" cy="768096"/>
          </a:xfrm>
        </p:spPr>
        <p:txBody>
          <a:bodyPr rtlCol="0" anchor="t">
            <a:noAutofit/>
          </a:bodyPr>
          <a:lstStyle>
            <a:lvl1pPr>
              <a:lnSpc>
                <a:spcPct val="100000"/>
              </a:lnSpc>
              <a:defRPr lang="ru-RU" sz="4400"/>
            </a:lvl1pPr>
          </a:lstStyle>
          <a:p>
            <a:pPr rtl="0"/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895600" y="4718304"/>
            <a:ext cx="6400800" cy="512064"/>
          </a:xfrm>
        </p:spPr>
        <p:txBody>
          <a:bodyPr lIns="0" tIns="0" rIns="0" bIns="0" rtlCol="0">
            <a:noAutofit/>
          </a:bodyPr>
          <a:lstStyle>
            <a:lvl1pPr marL="0" indent="0" algn="ctr">
              <a:spcBef>
                <a:spcPts val="0"/>
              </a:spcBef>
              <a:buNone/>
              <a:defRPr lang="ru-RU" sz="2400">
                <a:solidFill>
                  <a:schemeClr val="accent6"/>
                </a:solidFill>
              </a:defRPr>
            </a:lvl1pPr>
            <a:lvl2pPr marL="457200" indent="0">
              <a:buNone/>
              <a:defRPr lang="ru-RU"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lang="ru-RU"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lang="ru-RU"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lang="ru-RU"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lang="ru-RU"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lang="ru-RU"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lang="ru-RU"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lang="ru-RU"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Полилиния: фигура 29">
            <a:extLst>
              <a:ext uri="{FF2B5EF4-FFF2-40B4-BE49-F238E27FC236}">
                <a16:creationId xmlns:a16="http://schemas.microsoft.com/office/drawing/2014/main" id="{2459EA3C-8B88-5F1F-531E-7DA7DE55710B}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>
            <a:noAutofit/>
          </a:bodyPr>
          <a:lstStyle>
            <a:lvl1pPr>
              <a:lnSpc>
                <a:spcPct val="100000"/>
              </a:lnSpc>
              <a:defRPr lang="ru-RU"/>
            </a:lvl1pPr>
          </a:lstStyle>
          <a:p>
            <a:pPr rtl="0"/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539496" y="2103120"/>
            <a:ext cx="11119104" cy="4434840"/>
          </a:xfrm>
        </p:spPr>
        <p:txBody>
          <a:bodyPr rtlCol="0">
            <a:noAutofit/>
          </a:bodyPr>
          <a:lstStyle>
            <a:lvl1pPr>
              <a:defRPr lang="ru-RU" sz="1800"/>
            </a:lvl1pPr>
            <a:lvl2pPr>
              <a:defRPr lang="ru-RU" sz="1600"/>
            </a:lvl2pPr>
            <a:lvl3pPr>
              <a:defRPr lang="ru-RU" sz="1400"/>
            </a:lvl3pPr>
            <a:lvl4pPr>
              <a:defRPr lang="ru-RU" sz="1200"/>
            </a:lvl4pPr>
            <a:lvl5pPr>
              <a:defRPr lang="ru-RU" sz="1200"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/>
              <a:t>Заголовок презентации</a:t>
            </a:r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dirty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8042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олилиния: фигура 27">
            <a:extLst>
              <a:ext uri="{FF2B5EF4-FFF2-40B4-BE49-F238E27FC236}">
                <a16:creationId xmlns:a16="http://schemas.microsoft.com/office/drawing/2014/main" id="{B0C0F070-237F-C60F-3458-4D4D9BA0A222}"/>
              </a:ext>
            </a:extLst>
          </p:cNvPr>
          <p:cNvSpPr/>
          <p:nvPr userDrawn="1"/>
        </p:nvSpPr>
        <p:spPr>
          <a:xfrm>
            <a:off x="9866106" y="0"/>
            <a:ext cx="2325894" cy="2180854"/>
          </a:xfrm>
          <a:custGeom>
            <a:avLst/>
            <a:gdLst>
              <a:gd name="connsiteX0" fmla="*/ 2066927 w 2325894"/>
              <a:gd name="connsiteY0" fmla="*/ 0 h 2180854"/>
              <a:gd name="connsiteX1" fmla="*/ 2098882 w 2325894"/>
              <a:gd name="connsiteY1" fmla="*/ 0 h 2180854"/>
              <a:gd name="connsiteX2" fmla="*/ 2128893 w 2325894"/>
              <a:gd name="connsiteY2" fmla="*/ 44463 h 2180854"/>
              <a:gd name="connsiteX3" fmla="*/ 2269798 w 2325894"/>
              <a:gd name="connsiteY3" fmla="*/ 120493 h 2180854"/>
              <a:gd name="connsiteX4" fmla="*/ 2325894 w 2325894"/>
              <a:gd name="connsiteY4" fmla="*/ 126162 h 2180854"/>
              <a:gd name="connsiteX5" fmla="*/ 2325894 w 2325894"/>
              <a:gd name="connsiteY5" fmla="*/ 149263 h 2180854"/>
              <a:gd name="connsiteX6" fmla="*/ 2265120 w 2325894"/>
              <a:gd name="connsiteY6" fmla="*/ 143117 h 2180854"/>
              <a:gd name="connsiteX7" fmla="*/ 2075647 w 2325894"/>
              <a:gd name="connsiteY7" fmla="*/ 16048 h 2180854"/>
              <a:gd name="connsiteX8" fmla="*/ 1926448 w 2325894"/>
              <a:gd name="connsiteY8" fmla="*/ 0 h 2180854"/>
              <a:gd name="connsiteX9" fmla="*/ 1950522 w 2325894"/>
              <a:gd name="connsiteY9" fmla="*/ 0 h 2180854"/>
              <a:gd name="connsiteX10" fmla="*/ 1952130 w 2325894"/>
              <a:gd name="connsiteY10" fmla="*/ 5167 h 2180854"/>
              <a:gd name="connsiteX11" fmla="*/ 2244242 w 2325894"/>
              <a:gd name="connsiteY11" fmla="*/ 244834 h 2180854"/>
              <a:gd name="connsiteX12" fmla="*/ 2325894 w 2325894"/>
              <a:gd name="connsiteY12" fmla="*/ 253091 h 2180854"/>
              <a:gd name="connsiteX13" fmla="*/ 2325894 w 2325894"/>
              <a:gd name="connsiteY13" fmla="*/ 276192 h 2180854"/>
              <a:gd name="connsiteX14" fmla="*/ 2239598 w 2325894"/>
              <a:gd name="connsiteY14" fmla="*/ 267464 h 2180854"/>
              <a:gd name="connsiteX15" fmla="*/ 1930848 w 2325894"/>
              <a:gd name="connsiteY15" fmla="*/ 14141 h 2180854"/>
              <a:gd name="connsiteX16" fmla="*/ 1794114 w 2325894"/>
              <a:gd name="connsiteY16" fmla="*/ 0 h 2180854"/>
              <a:gd name="connsiteX17" fmla="*/ 1818202 w 2325894"/>
              <a:gd name="connsiteY17" fmla="*/ 0 h 2180854"/>
              <a:gd name="connsiteX18" fmla="*/ 1835170 w 2325894"/>
              <a:gd name="connsiteY18" fmla="*/ 54535 h 2180854"/>
              <a:gd name="connsiteX19" fmla="*/ 2218687 w 2325894"/>
              <a:gd name="connsiteY19" fmla="*/ 369191 h 2180854"/>
              <a:gd name="connsiteX20" fmla="*/ 2325894 w 2325894"/>
              <a:gd name="connsiteY20" fmla="*/ 380032 h 2180854"/>
              <a:gd name="connsiteX21" fmla="*/ 2325894 w 2325894"/>
              <a:gd name="connsiteY21" fmla="*/ 403132 h 2180854"/>
              <a:gd name="connsiteX22" fmla="*/ 2214043 w 2325894"/>
              <a:gd name="connsiteY22" fmla="*/ 391825 h 2180854"/>
              <a:gd name="connsiteX23" fmla="*/ 1813889 w 2325894"/>
              <a:gd name="connsiteY23" fmla="*/ 63559 h 2180854"/>
              <a:gd name="connsiteX24" fmla="*/ 1661683 w 2325894"/>
              <a:gd name="connsiteY24" fmla="*/ 0 h 2180854"/>
              <a:gd name="connsiteX25" fmla="*/ 1685874 w 2325894"/>
              <a:gd name="connsiteY25" fmla="*/ 0 h 2180854"/>
              <a:gd name="connsiteX26" fmla="*/ 1718212 w 2325894"/>
              <a:gd name="connsiteY26" fmla="*/ 103965 h 2180854"/>
              <a:gd name="connsiteX27" fmla="*/ 2193133 w 2325894"/>
              <a:gd name="connsiteY27" fmla="*/ 493659 h 2180854"/>
              <a:gd name="connsiteX28" fmla="*/ 2325894 w 2325894"/>
              <a:gd name="connsiteY28" fmla="*/ 507083 h 2180854"/>
              <a:gd name="connsiteX29" fmla="*/ 2325894 w 2325894"/>
              <a:gd name="connsiteY29" fmla="*/ 530183 h 2180854"/>
              <a:gd name="connsiteX30" fmla="*/ 2188450 w 2325894"/>
              <a:gd name="connsiteY30" fmla="*/ 516288 h 2180854"/>
              <a:gd name="connsiteX31" fmla="*/ 1696817 w 2325894"/>
              <a:gd name="connsiteY31" fmla="*/ 112939 h 2180854"/>
              <a:gd name="connsiteX32" fmla="*/ 1531553 w 2325894"/>
              <a:gd name="connsiteY32" fmla="*/ 0 h 2180854"/>
              <a:gd name="connsiteX33" fmla="*/ 1554659 w 2325894"/>
              <a:gd name="connsiteY33" fmla="*/ 0 h 2180854"/>
              <a:gd name="connsiteX34" fmla="*/ 1555243 w 2325894"/>
              <a:gd name="connsiteY34" fmla="*/ 5776 h 2180854"/>
              <a:gd name="connsiteX35" fmla="*/ 2245588 w 2325894"/>
              <a:gd name="connsiteY35" fmla="*/ 629962 h 2180854"/>
              <a:gd name="connsiteX36" fmla="*/ 2325894 w 2325894"/>
              <a:gd name="connsiteY36" fmla="*/ 634030 h 2180854"/>
              <a:gd name="connsiteX37" fmla="*/ 2325894 w 2325894"/>
              <a:gd name="connsiteY37" fmla="*/ 657131 h 2180854"/>
              <a:gd name="connsiteX38" fmla="*/ 2243214 w 2325894"/>
              <a:gd name="connsiteY38" fmla="*/ 652943 h 2180854"/>
              <a:gd name="connsiteX39" fmla="*/ 1532607 w 2325894"/>
              <a:gd name="connsiteY39" fmla="*/ 10419 h 2180854"/>
              <a:gd name="connsiteX40" fmla="*/ 1404609 w 2325894"/>
              <a:gd name="connsiteY40" fmla="*/ 0 h 2180854"/>
              <a:gd name="connsiteX41" fmla="*/ 1427709 w 2325894"/>
              <a:gd name="connsiteY41" fmla="*/ 0 h 2180854"/>
              <a:gd name="connsiteX42" fmla="*/ 1430873 w 2325894"/>
              <a:gd name="connsiteY42" fmla="*/ 31287 h 2180854"/>
              <a:gd name="connsiteX43" fmla="*/ 2232606 w 2325894"/>
              <a:gd name="connsiteY43" fmla="*/ 756233 h 2180854"/>
              <a:gd name="connsiteX44" fmla="*/ 2325894 w 2325894"/>
              <a:gd name="connsiteY44" fmla="*/ 760959 h 2180854"/>
              <a:gd name="connsiteX45" fmla="*/ 2325894 w 2325894"/>
              <a:gd name="connsiteY45" fmla="*/ 784060 h 2180854"/>
              <a:gd name="connsiteX46" fmla="*/ 2230270 w 2325894"/>
              <a:gd name="connsiteY46" fmla="*/ 779216 h 2180854"/>
              <a:gd name="connsiteX47" fmla="*/ 1408246 w 2325894"/>
              <a:gd name="connsiteY47" fmla="*/ 35964 h 2180854"/>
              <a:gd name="connsiteX48" fmla="*/ 1274343 w 2325894"/>
              <a:gd name="connsiteY48" fmla="*/ 0 h 2180854"/>
              <a:gd name="connsiteX49" fmla="*/ 1300756 w 2325894"/>
              <a:gd name="connsiteY49" fmla="*/ 0 h 2180854"/>
              <a:gd name="connsiteX50" fmla="*/ 1306507 w 2325894"/>
              <a:gd name="connsiteY50" fmla="*/ 56884 h 2180854"/>
              <a:gd name="connsiteX51" fmla="*/ 2219643 w 2325894"/>
              <a:gd name="connsiteY51" fmla="*/ 882640 h 2180854"/>
              <a:gd name="connsiteX52" fmla="*/ 2325894 w 2325894"/>
              <a:gd name="connsiteY52" fmla="*/ 888022 h 2180854"/>
              <a:gd name="connsiteX53" fmla="*/ 2325894 w 2325894"/>
              <a:gd name="connsiteY53" fmla="*/ 911123 h 2180854"/>
              <a:gd name="connsiteX54" fmla="*/ 2217286 w 2325894"/>
              <a:gd name="connsiteY54" fmla="*/ 905621 h 2180854"/>
              <a:gd name="connsiteX55" fmla="*/ 1283761 w 2325894"/>
              <a:gd name="connsiteY55" fmla="*/ 61528 h 2180854"/>
              <a:gd name="connsiteX56" fmla="*/ 1146071 w 2325894"/>
              <a:gd name="connsiteY56" fmla="*/ 0 h 2180854"/>
              <a:gd name="connsiteX57" fmla="*/ 1169414 w 2325894"/>
              <a:gd name="connsiteY57" fmla="*/ 0 h 2180854"/>
              <a:gd name="connsiteX58" fmla="*/ 1182030 w 2325894"/>
              <a:gd name="connsiteY58" fmla="*/ 82429 h 2180854"/>
              <a:gd name="connsiteX59" fmla="*/ 2206679 w 2325894"/>
              <a:gd name="connsiteY59" fmla="*/ 1008912 h 2180854"/>
              <a:gd name="connsiteX60" fmla="*/ 2325894 w 2325894"/>
              <a:gd name="connsiteY60" fmla="*/ 1014951 h 2180854"/>
              <a:gd name="connsiteX61" fmla="*/ 2325894 w 2325894"/>
              <a:gd name="connsiteY61" fmla="*/ 1038052 h 2180854"/>
              <a:gd name="connsiteX62" fmla="*/ 2204323 w 2325894"/>
              <a:gd name="connsiteY62" fmla="*/ 1031893 h 2180854"/>
              <a:gd name="connsiteX63" fmla="*/ 1159398 w 2325894"/>
              <a:gd name="connsiteY63" fmla="*/ 87072 h 2180854"/>
              <a:gd name="connsiteX64" fmla="*/ 1017789 w 2325894"/>
              <a:gd name="connsiteY64" fmla="*/ 0 h 2180854"/>
              <a:gd name="connsiteX65" fmla="*/ 1041132 w 2325894"/>
              <a:gd name="connsiteY65" fmla="*/ 0 h 2180854"/>
              <a:gd name="connsiteX66" fmla="*/ 1057661 w 2325894"/>
              <a:gd name="connsiteY66" fmla="*/ 107992 h 2180854"/>
              <a:gd name="connsiteX67" fmla="*/ 2193716 w 2325894"/>
              <a:gd name="connsiteY67" fmla="*/ 1135208 h 2180854"/>
              <a:gd name="connsiteX68" fmla="*/ 2325894 w 2325894"/>
              <a:gd name="connsiteY68" fmla="*/ 1141903 h 2180854"/>
              <a:gd name="connsiteX69" fmla="*/ 2325894 w 2325894"/>
              <a:gd name="connsiteY69" fmla="*/ 1165004 h 2180854"/>
              <a:gd name="connsiteX70" fmla="*/ 2191361 w 2325894"/>
              <a:gd name="connsiteY70" fmla="*/ 1158189 h 2180854"/>
              <a:gd name="connsiteX71" fmla="*/ 1035029 w 2325894"/>
              <a:gd name="connsiteY71" fmla="*/ 112636 h 2180854"/>
              <a:gd name="connsiteX72" fmla="*/ 889397 w 2325894"/>
              <a:gd name="connsiteY72" fmla="*/ 0 h 2180854"/>
              <a:gd name="connsiteX73" fmla="*/ 912837 w 2325894"/>
              <a:gd name="connsiteY73" fmla="*/ 0 h 2180854"/>
              <a:gd name="connsiteX74" fmla="*/ 933296 w 2325894"/>
              <a:gd name="connsiteY74" fmla="*/ 133667 h 2180854"/>
              <a:gd name="connsiteX75" fmla="*/ 2180754 w 2325894"/>
              <a:gd name="connsiteY75" fmla="*/ 1261608 h 2180854"/>
              <a:gd name="connsiteX76" fmla="*/ 2325894 w 2325894"/>
              <a:gd name="connsiteY76" fmla="*/ 1268960 h 2180854"/>
              <a:gd name="connsiteX77" fmla="*/ 2325894 w 2325894"/>
              <a:gd name="connsiteY77" fmla="*/ 1292061 h 2180854"/>
              <a:gd name="connsiteX78" fmla="*/ 2178378 w 2325894"/>
              <a:gd name="connsiteY78" fmla="*/ 1284588 h 2180854"/>
              <a:gd name="connsiteX79" fmla="*/ 910550 w 2325894"/>
              <a:gd name="connsiteY79" fmla="*/ 138199 h 2180854"/>
              <a:gd name="connsiteX80" fmla="*/ 761929 w 2325894"/>
              <a:gd name="connsiteY80" fmla="*/ 0 h 2180854"/>
              <a:gd name="connsiteX81" fmla="*/ 785032 w 2325894"/>
              <a:gd name="connsiteY81" fmla="*/ 0 h 2180854"/>
              <a:gd name="connsiteX82" fmla="*/ 785312 w 2325894"/>
              <a:gd name="connsiteY82" fmla="*/ 5523 h 2180854"/>
              <a:gd name="connsiteX83" fmla="*/ 2167790 w 2325894"/>
              <a:gd name="connsiteY83" fmla="*/ 1387884 h 2180854"/>
              <a:gd name="connsiteX84" fmla="*/ 2325894 w 2325894"/>
              <a:gd name="connsiteY84" fmla="*/ 1395894 h 2180854"/>
              <a:gd name="connsiteX85" fmla="*/ 2325894 w 2325894"/>
              <a:gd name="connsiteY85" fmla="*/ 1418995 h 2180854"/>
              <a:gd name="connsiteX86" fmla="*/ 2165434 w 2325894"/>
              <a:gd name="connsiteY86" fmla="*/ 1410866 h 2180854"/>
              <a:gd name="connsiteX87" fmla="*/ 762328 w 2325894"/>
              <a:gd name="connsiteY87" fmla="*/ 7877 h 2180854"/>
              <a:gd name="connsiteX88" fmla="*/ 634980 w 2325894"/>
              <a:gd name="connsiteY88" fmla="*/ 0 h 2180854"/>
              <a:gd name="connsiteX89" fmla="*/ 658083 w 2325894"/>
              <a:gd name="connsiteY89" fmla="*/ 0 h 2180854"/>
              <a:gd name="connsiteX90" fmla="*/ 659019 w 2325894"/>
              <a:gd name="connsiteY90" fmla="*/ 18476 h 2180854"/>
              <a:gd name="connsiteX91" fmla="*/ 2154827 w 2325894"/>
              <a:gd name="connsiteY91" fmla="*/ 1514157 h 2180854"/>
              <a:gd name="connsiteX92" fmla="*/ 2325894 w 2325894"/>
              <a:gd name="connsiteY92" fmla="*/ 1522823 h 2180854"/>
              <a:gd name="connsiteX93" fmla="*/ 2325894 w 2325894"/>
              <a:gd name="connsiteY93" fmla="*/ 1545924 h 2180854"/>
              <a:gd name="connsiteX94" fmla="*/ 2152472 w 2325894"/>
              <a:gd name="connsiteY94" fmla="*/ 1537138 h 2180854"/>
              <a:gd name="connsiteX95" fmla="*/ 636036 w 2325894"/>
              <a:gd name="connsiteY95" fmla="*/ 20831 h 2180854"/>
              <a:gd name="connsiteX96" fmla="*/ 507911 w 2325894"/>
              <a:gd name="connsiteY96" fmla="*/ 0 h 2180854"/>
              <a:gd name="connsiteX97" fmla="*/ 531128 w 2325894"/>
              <a:gd name="connsiteY97" fmla="*/ 0 h 2180854"/>
              <a:gd name="connsiteX98" fmla="*/ 532727 w 2325894"/>
              <a:gd name="connsiteY98" fmla="*/ 31559 h 2180854"/>
              <a:gd name="connsiteX99" fmla="*/ 2141864 w 2325894"/>
              <a:gd name="connsiteY99" fmla="*/ 1640562 h 2180854"/>
              <a:gd name="connsiteX100" fmla="*/ 2325894 w 2325894"/>
              <a:gd name="connsiteY100" fmla="*/ 1649885 h 2180854"/>
              <a:gd name="connsiteX101" fmla="*/ 2325894 w 2325894"/>
              <a:gd name="connsiteY101" fmla="*/ 1672981 h 2180854"/>
              <a:gd name="connsiteX102" fmla="*/ 2139488 w 2325894"/>
              <a:gd name="connsiteY102" fmla="*/ 1663539 h 2180854"/>
              <a:gd name="connsiteX103" fmla="*/ 509624 w 2325894"/>
              <a:gd name="connsiteY103" fmla="*/ 33818 h 2180854"/>
              <a:gd name="connsiteX104" fmla="*/ 380961 w 2325894"/>
              <a:gd name="connsiteY104" fmla="*/ 0 h 2180854"/>
              <a:gd name="connsiteX105" fmla="*/ 404065 w 2325894"/>
              <a:gd name="connsiteY105" fmla="*/ 0 h 2180854"/>
              <a:gd name="connsiteX106" fmla="*/ 406316 w 2325894"/>
              <a:gd name="connsiteY106" fmla="*/ 44437 h 2180854"/>
              <a:gd name="connsiteX107" fmla="*/ 2128900 w 2325894"/>
              <a:gd name="connsiteY107" fmla="*/ 1766854 h 2180854"/>
              <a:gd name="connsiteX108" fmla="*/ 2325894 w 2325894"/>
              <a:gd name="connsiteY108" fmla="*/ 1776833 h 2180854"/>
              <a:gd name="connsiteX109" fmla="*/ 2325894 w 2325894"/>
              <a:gd name="connsiteY109" fmla="*/ 1799934 h 2180854"/>
              <a:gd name="connsiteX110" fmla="*/ 2126525 w 2325894"/>
              <a:gd name="connsiteY110" fmla="*/ 1789835 h 2180854"/>
              <a:gd name="connsiteX111" fmla="*/ 383332 w 2325894"/>
              <a:gd name="connsiteY111" fmla="*/ 46792 h 2180854"/>
              <a:gd name="connsiteX112" fmla="*/ 254013 w 2325894"/>
              <a:gd name="connsiteY112" fmla="*/ 0 h 2180854"/>
              <a:gd name="connsiteX113" fmla="*/ 277116 w 2325894"/>
              <a:gd name="connsiteY113" fmla="*/ 0 h 2180854"/>
              <a:gd name="connsiteX114" fmla="*/ 280023 w 2325894"/>
              <a:gd name="connsiteY114" fmla="*/ 57371 h 2180854"/>
              <a:gd name="connsiteX115" fmla="*/ 2115917 w 2325894"/>
              <a:gd name="connsiteY115" fmla="*/ 1893125 h 2180854"/>
              <a:gd name="connsiteX116" fmla="*/ 2325894 w 2325894"/>
              <a:gd name="connsiteY116" fmla="*/ 1903762 h 2180854"/>
              <a:gd name="connsiteX117" fmla="*/ 2325894 w 2325894"/>
              <a:gd name="connsiteY117" fmla="*/ 1926863 h 2180854"/>
              <a:gd name="connsiteX118" fmla="*/ 2113563 w 2325894"/>
              <a:gd name="connsiteY118" fmla="*/ 1916107 h 2180854"/>
              <a:gd name="connsiteX119" fmla="*/ 257040 w 2325894"/>
              <a:gd name="connsiteY119" fmla="*/ 59745 h 2180854"/>
              <a:gd name="connsiteX120" fmla="*/ 126949 w 2325894"/>
              <a:gd name="connsiteY120" fmla="*/ 0 h 2180854"/>
              <a:gd name="connsiteX121" fmla="*/ 150160 w 2325894"/>
              <a:gd name="connsiteY121" fmla="*/ 0 h 2180854"/>
              <a:gd name="connsiteX122" fmla="*/ 153729 w 2325894"/>
              <a:gd name="connsiteY122" fmla="*/ 70454 h 2180854"/>
              <a:gd name="connsiteX123" fmla="*/ 2102955 w 2325894"/>
              <a:gd name="connsiteY123" fmla="*/ 2019530 h 2180854"/>
              <a:gd name="connsiteX124" fmla="*/ 2325894 w 2325894"/>
              <a:gd name="connsiteY124" fmla="*/ 2030824 h 2180854"/>
              <a:gd name="connsiteX125" fmla="*/ 2325894 w 2325894"/>
              <a:gd name="connsiteY125" fmla="*/ 2053925 h 2180854"/>
              <a:gd name="connsiteX126" fmla="*/ 2100598 w 2325894"/>
              <a:gd name="connsiteY126" fmla="*/ 2042512 h 2180854"/>
              <a:gd name="connsiteX127" fmla="*/ 130633 w 2325894"/>
              <a:gd name="connsiteY127" fmla="*/ 72714 h 2180854"/>
              <a:gd name="connsiteX128" fmla="*/ 0 w 2325894"/>
              <a:gd name="connsiteY128" fmla="*/ 0 h 2180854"/>
              <a:gd name="connsiteX129" fmla="*/ 23103 w 2325894"/>
              <a:gd name="connsiteY129" fmla="*/ 0 h 2180854"/>
              <a:gd name="connsiteX130" fmla="*/ 27324 w 2325894"/>
              <a:gd name="connsiteY130" fmla="*/ 83311 h 2180854"/>
              <a:gd name="connsiteX131" fmla="*/ 2089991 w 2325894"/>
              <a:gd name="connsiteY131" fmla="*/ 2145803 h 2180854"/>
              <a:gd name="connsiteX132" fmla="*/ 2325894 w 2325894"/>
              <a:gd name="connsiteY132" fmla="*/ 2157753 h 2180854"/>
              <a:gd name="connsiteX133" fmla="*/ 2325894 w 2325894"/>
              <a:gd name="connsiteY133" fmla="*/ 2180854 h 2180854"/>
              <a:gd name="connsiteX134" fmla="*/ 2087636 w 2325894"/>
              <a:gd name="connsiteY134" fmla="*/ 2168784 h 2180854"/>
              <a:gd name="connsiteX135" fmla="*/ 4341 w 2325894"/>
              <a:gd name="connsiteY135" fmla="*/ 85667 h 218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</a:cxnLst>
            <a:rect l="l" t="t" r="r" b="b"/>
            <a:pathLst>
              <a:path w="2325894" h="2180854">
                <a:moveTo>
                  <a:pt x="2066927" y="0"/>
                </a:moveTo>
                <a:lnTo>
                  <a:pt x="2098882" y="0"/>
                </a:lnTo>
                <a:lnTo>
                  <a:pt x="2128893" y="44463"/>
                </a:lnTo>
                <a:cubicBezTo>
                  <a:pt x="2166753" y="82308"/>
                  <a:pt x="2215417" y="109341"/>
                  <a:pt x="2269798" y="120493"/>
                </a:cubicBezTo>
                <a:lnTo>
                  <a:pt x="2325894" y="126162"/>
                </a:lnTo>
                <a:lnTo>
                  <a:pt x="2325894" y="149263"/>
                </a:lnTo>
                <a:lnTo>
                  <a:pt x="2265120" y="143117"/>
                </a:lnTo>
                <a:cubicBezTo>
                  <a:pt x="2186576" y="127002"/>
                  <a:pt x="2119077" y="80290"/>
                  <a:pt x="2075647" y="16048"/>
                </a:cubicBezTo>
                <a:close/>
                <a:moveTo>
                  <a:pt x="1926448" y="0"/>
                </a:moveTo>
                <a:lnTo>
                  <a:pt x="1950522" y="0"/>
                </a:lnTo>
                <a:lnTo>
                  <a:pt x="1952130" y="5167"/>
                </a:lnTo>
                <a:cubicBezTo>
                  <a:pt x="2003529" y="126455"/>
                  <a:pt x="2112323" y="217766"/>
                  <a:pt x="2244242" y="244834"/>
                </a:cubicBezTo>
                <a:lnTo>
                  <a:pt x="2325894" y="253091"/>
                </a:lnTo>
                <a:lnTo>
                  <a:pt x="2325894" y="276192"/>
                </a:lnTo>
                <a:lnTo>
                  <a:pt x="2239598" y="267464"/>
                </a:lnTo>
                <a:cubicBezTo>
                  <a:pt x="2100173" y="238852"/>
                  <a:pt x="1985178" y="142334"/>
                  <a:pt x="1930848" y="14141"/>
                </a:cubicBezTo>
                <a:close/>
                <a:moveTo>
                  <a:pt x="1794114" y="0"/>
                </a:moveTo>
                <a:lnTo>
                  <a:pt x="1818202" y="0"/>
                </a:lnTo>
                <a:lnTo>
                  <a:pt x="1835170" y="54535"/>
                </a:lnTo>
                <a:cubicBezTo>
                  <a:pt x="1902650" y="213778"/>
                  <a:pt x="2045483" y="333656"/>
                  <a:pt x="2218687" y="369191"/>
                </a:cubicBezTo>
                <a:lnTo>
                  <a:pt x="2325894" y="380032"/>
                </a:lnTo>
                <a:lnTo>
                  <a:pt x="2325894" y="403132"/>
                </a:lnTo>
                <a:lnTo>
                  <a:pt x="2214043" y="391825"/>
                </a:lnTo>
                <a:cubicBezTo>
                  <a:pt x="2033333" y="354761"/>
                  <a:pt x="1884299" y="229720"/>
                  <a:pt x="1813889" y="63559"/>
                </a:cubicBezTo>
                <a:close/>
                <a:moveTo>
                  <a:pt x="1661683" y="0"/>
                </a:moveTo>
                <a:lnTo>
                  <a:pt x="1685874" y="0"/>
                </a:lnTo>
                <a:lnTo>
                  <a:pt x="1718212" y="103965"/>
                </a:lnTo>
                <a:cubicBezTo>
                  <a:pt x="1801772" y="301203"/>
                  <a:pt x="1978643" y="449654"/>
                  <a:pt x="2193133" y="493659"/>
                </a:cubicBezTo>
                <a:lnTo>
                  <a:pt x="2325894" y="507083"/>
                </a:lnTo>
                <a:lnTo>
                  <a:pt x="2325894" y="530183"/>
                </a:lnTo>
                <a:lnTo>
                  <a:pt x="2188450" y="516288"/>
                </a:lnTo>
                <a:cubicBezTo>
                  <a:pt x="1966399" y="470740"/>
                  <a:pt x="1783312" y="317082"/>
                  <a:pt x="1696817" y="112939"/>
                </a:cubicBezTo>
                <a:close/>
                <a:moveTo>
                  <a:pt x="1531553" y="0"/>
                </a:moveTo>
                <a:lnTo>
                  <a:pt x="1554659" y="0"/>
                </a:lnTo>
                <a:lnTo>
                  <a:pt x="1555243" y="5776"/>
                </a:lnTo>
                <a:cubicBezTo>
                  <a:pt x="1623483" y="338327"/>
                  <a:pt x="1902268" y="594992"/>
                  <a:pt x="2245588" y="629962"/>
                </a:cubicBezTo>
                <a:lnTo>
                  <a:pt x="2325894" y="634030"/>
                </a:lnTo>
                <a:lnTo>
                  <a:pt x="2325894" y="657131"/>
                </a:lnTo>
                <a:lnTo>
                  <a:pt x="2243214" y="652943"/>
                </a:lnTo>
                <a:cubicBezTo>
                  <a:pt x="1889750" y="616944"/>
                  <a:pt x="1602834" y="352727"/>
                  <a:pt x="1532607" y="10419"/>
                </a:cubicBezTo>
                <a:close/>
                <a:moveTo>
                  <a:pt x="1404609" y="0"/>
                </a:moveTo>
                <a:lnTo>
                  <a:pt x="1427709" y="0"/>
                </a:lnTo>
                <a:lnTo>
                  <a:pt x="1430873" y="31287"/>
                </a:lnTo>
                <a:cubicBezTo>
                  <a:pt x="1510102" y="417452"/>
                  <a:pt x="1833798" y="715609"/>
                  <a:pt x="2232606" y="756233"/>
                </a:cubicBezTo>
                <a:lnTo>
                  <a:pt x="2325894" y="760959"/>
                </a:lnTo>
                <a:lnTo>
                  <a:pt x="2325894" y="784060"/>
                </a:lnTo>
                <a:lnTo>
                  <a:pt x="2230270" y="779216"/>
                </a:lnTo>
                <a:cubicBezTo>
                  <a:pt x="1821463" y="737574"/>
                  <a:pt x="1489501" y="431938"/>
                  <a:pt x="1408246" y="35964"/>
                </a:cubicBezTo>
                <a:close/>
                <a:moveTo>
                  <a:pt x="1274343" y="0"/>
                </a:moveTo>
                <a:lnTo>
                  <a:pt x="1300756" y="0"/>
                </a:lnTo>
                <a:lnTo>
                  <a:pt x="1306507" y="56884"/>
                </a:lnTo>
                <a:cubicBezTo>
                  <a:pt x="1396745" y="496788"/>
                  <a:pt x="1765420" y="836372"/>
                  <a:pt x="2219643" y="882640"/>
                </a:cubicBezTo>
                <a:lnTo>
                  <a:pt x="2325894" y="888022"/>
                </a:lnTo>
                <a:lnTo>
                  <a:pt x="2325894" y="911123"/>
                </a:lnTo>
                <a:lnTo>
                  <a:pt x="2217286" y="905621"/>
                </a:lnTo>
                <a:cubicBezTo>
                  <a:pt x="1752979" y="858324"/>
                  <a:pt x="1376027" y="511189"/>
                  <a:pt x="1283761" y="61528"/>
                </a:cubicBezTo>
                <a:close/>
                <a:moveTo>
                  <a:pt x="1146071" y="0"/>
                </a:moveTo>
                <a:lnTo>
                  <a:pt x="1169414" y="0"/>
                </a:lnTo>
                <a:lnTo>
                  <a:pt x="1182030" y="82429"/>
                </a:lnTo>
                <a:cubicBezTo>
                  <a:pt x="1283296" y="576000"/>
                  <a:pt x="1697029" y="957001"/>
                  <a:pt x="2206679" y="1008912"/>
                </a:cubicBezTo>
                <a:lnTo>
                  <a:pt x="2325894" y="1014951"/>
                </a:lnTo>
                <a:lnTo>
                  <a:pt x="2325894" y="1038052"/>
                </a:lnTo>
                <a:lnTo>
                  <a:pt x="2204323" y="1031893"/>
                </a:lnTo>
                <a:cubicBezTo>
                  <a:pt x="1684600" y="978953"/>
                  <a:pt x="1262670" y="590398"/>
                  <a:pt x="1159398" y="87072"/>
                </a:cubicBezTo>
                <a:close/>
                <a:moveTo>
                  <a:pt x="1017789" y="0"/>
                </a:moveTo>
                <a:lnTo>
                  <a:pt x="1041132" y="0"/>
                </a:lnTo>
                <a:lnTo>
                  <a:pt x="1057661" y="107992"/>
                </a:lnTo>
                <a:cubicBezTo>
                  <a:pt x="1169939" y="655229"/>
                  <a:pt x="1628650" y="1077653"/>
                  <a:pt x="2193716" y="1135208"/>
                </a:cubicBezTo>
                <a:lnTo>
                  <a:pt x="2325894" y="1141903"/>
                </a:lnTo>
                <a:lnTo>
                  <a:pt x="2325894" y="1165004"/>
                </a:lnTo>
                <a:lnTo>
                  <a:pt x="2191361" y="1158189"/>
                </a:lnTo>
                <a:cubicBezTo>
                  <a:pt x="1616222" y="1099606"/>
                  <a:pt x="1149313" y="669630"/>
                  <a:pt x="1035029" y="112636"/>
                </a:cubicBezTo>
                <a:close/>
                <a:moveTo>
                  <a:pt x="889397" y="0"/>
                </a:moveTo>
                <a:lnTo>
                  <a:pt x="912837" y="0"/>
                </a:lnTo>
                <a:lnTo>
                  <a:pt x="933296" y="133667"/>
                </a:lnTo>
                <a:cubicBezTo>
                  <a:pt x="1056582" y="734570"/>
                  <a:pt x="1560272" y="1198411"/>
                  <a:pt x="2180754" y="1261608"/>
                </a:cubicBezTo>
                <a:lnTo>
                  <a:pt x="2325894" y="1268960"/>
                </a:lnTo>
                <a:lnTo>
                  <a:pt x="2325894" y="1292061"/>
                </a:lnTo>
                <a:lnTo>
                  <a:pt x="2178378" y="1284588"/>
                </a:lnTo>
                <a:cubicBezTo>
                  <a:pt x="1547742" y="1220351"/>
                  <a:pt x="1035844" y="748879"/>
                  <a:pt x="910550" y="138199"/>
                </a:cubicBezTo>
                <a:close/>
                <a:moveTo>
                  <a:pt x="761929" y="0"/>
                </a:moveTo>
                <a:lnTo>
                  <a:pt x="785032" y="0"/>
                </a:lnTo>
                <a:lnTo>
                  <a:pt x="785312" y="5523"/>
                </a:lnTo>
                <a:cubicBezTo>
                  <a:pt x="859466" y="733364"/>
                  <a:pt x="1439889" y="1313736"/>
                  <a:pt x="2167790" y="1387884"/>
                </a:cubicBezTo>
                <a:lnTo>
                  <a:pt x="2325894" y="1395894"/>
                </a:lnTo>
                <a:lnTo>
                  <a:pt x="2325894" y="1418995"/>
                </a:lnTo>
                <a:lnTo>
                  <a:pt x="2165434" y="1410866"/>
                </a:lnTo>
                <a:cubicBezTo>
                  <a:pt x="1426685" y="1335609"/>
                  <a:pt x="837591" y="746563"/>
                  <a:pt x="762328" y="7877"/>
                </a:cubicBezTo>
                <a:close/>
                <a:moveTo>
                  <a:pt x="634980" y="0"/>
                </a:moveTo>
                <a:lnTo>
                  <a:pt x="658083" y="0"/>
                </a:lnTo>
                <a:lnTo>
                  <a:pt x="659019" y="18476"/>
                </a:lnTo>
                <a:cubicBezTo>
                  <a:pt x="739252" y="805990"/>
                  <a:pt x="1367247" y="1433931"/>
                  <a:pt x="2154827" y="1514157"/>
                </a:cubicBezTo>
                <a:lnTo>
                  <a:pt x="2325894" y="1522823"/>
                </a:lnTo>
                <a:lnTo>
                  <a:pt x="2325894" y="1545924"/>
                </a:lnTo>
                <a:lnTo>
                  <a:pt x="2152472" y="1537138"/>
                </a:lnTo>
                <a:cubicBezTo>
                  <a:pt x="1354048" y="1455804"/>
                  <a:pt x="717377" y="819188"/>
                  <a:pt x="636036" y="20831"/>
                </a:cubicBezTo>
                <a:close/>
                <a:moveTo>
                  <a:pt x="507911" y="0"/>
                </a:moveTo>
                <a:lnTo>
                  <a:pt x="531128" y="0"/>
                </a:lnTo>
                <a:lnTo>
                  <a:pt x="532727" y="31559"/>
                </a:lnTo>
                <a:cubicBezTo>
                  <a:pt x="619037" y="878744"/>
                  <a:pt x="1294606" y="1554259"/>
                  <a:pt x="2141864" y="1640562"/>
                </a:cubicBezTo>
                <a:lnTo>
                  <a:pt x="2325894" y="1649885"/>
                </a:lnTo>
                <a:lnTo>
                  <a:pt x="2325894" y="1672981"/>
                </a:lnTo>
                <a:lnTo>
                  <a:pt x="2139488" y="1663539"/>
                </a:lnTo>
                <a:cubicBezTo>
                  <a:pt x="1281294" y="1576127"/>
                  <a:pt x="597044" y="891939"/>
                  <a:pt x="509624" y="33818"/>
                </a:cubicBezTo>
                <a:close/>
                <a:moveTo>
                  <a:pt x="380961" y="0"/>
                </a:moveTo>
                <a:lnTo>
                  <a:pt x="404065" y="0"/>
                </a:lnTo>
                <a:lnTo>
                  <a:pt x="406316" y="44437"/>
                </a:lnTo>
                <a:cubicBezTo>
                  <a:pt x="498717" y="951387"/>
                  <a:pt x="1221951" y="1674473"/>
                  <a:pt x="2128900" y="1766854"/>
                </a:cubicBezTo>
                <a:lnTo>
                  <a:pt x="2325894" y="1776833"/>
                </a:lnTo>
                <a:lnTo>
                  <a:pt x="2325894" y="1799934"/>
                </a:lnTo>
                <a:lnTo>
                  <a:pt x="2126525" y="1789835"/>
                </a:lnTo>
                <a:cubicBezTo>
                  <a:pt x="1208653" y="1696346"/>
                  <a:pt x="476829" y="964585"/>
                  <a:pt x="383332" y="46792"/>
                </a:cubicBezTo>
                <a:close/>
                <a:moveTo>
                  <a:pt x="254013" y="0"/>
                </a:moveTo>
                <a:lnTo>
                  <a:pt x="277116" y="0"/>
                </a:lnTo>
                <a:lnTo>
                  <a:pt x="280023" y="57371"/>
                </a:lnTo>
                <a:cubicBezTo>
                  <a:pt x="378489" y="1023914"/>
                  <a:pt x="1149211" y="1794655"/>
                  <a:pt x="2115917" y="1893125"/>
                </a:cubicBezTo>
                <a:lnTo>
                  <a:pt x="2325894" y="1903762"/>
                </a:lnTo>
                <a:lnTo>
                  <a:pt x="2325894" y="1926863"/>
                </a:lnTo>
                <a:lnTo>
                  <a:pt x="2113563" y="1916107"/>
                </a:lnTo>
                <a:cubicBezTo>
                  <a:pt x="1136012" y="1816541"/>
                  <a:pt x="356615" y="1037211"/>
                  <a:pt x="257040" y="59745"/>
                </a:cubicBezTo>
                <a:close/>
                <a:moveTo>
                  <a:pt x="126949" y="0"/>
                </a:moveTo>
                <a:lnTo>
                  <a:pt x="150160" y="0"/>
                </a:lnTo>
                <a:lnTo>
                  <a:pt x="153729" y="70454"/>
                </a:lnTo>
                <a:cubicBezTo>
                  <a:pt x="258274" y="1096671"/>
                  <a:pt x="1076570" y="1914983"/>
                  <a:pt x="2102955" y="2019530"/>
                </a:cubicBezTo>
                <a:lnTo>
                  <a:pt x="2325894" y="2030824"/>
                </a:lnTo>
                <a:lnTo>
                  <a:pt x="2325894" y="2053925"/>
                </a:lnTo>
                <a:lnTo>
                  <a:pt x="2100598" y="2042512"/>
                </a:lnTo>
                <a:cubicBezTo>
                  <a:pt x="1063358" y="1936856"/>
                  <a:pt x="236298" y="1109866"/>
                  <a:pt x="130633" y="72714"/>
                </a:cubicBezTo>
                <a:close/>
                <a:moveTo>
                  <a:pt x="0" y="0"/>
                </a:moveTo>
                <a:lnTo>
                  <a:pt x="23103" y="0"/>
                </a:lnTo>
                <a:lnTo>
                  <a:pt x="27324" y="83311"/>
                </a:lnTo>
                <a:cubicBezTo>
                  <a:pt x="137958" y="1169290"/>
                  <a:pt x="1003916" y="2035178"/>
                  <a:pt x="2089991" y="2145803"/>
                </a:cubicBezTo>
                <a:lnTo>
                  <a:pt x="2325894" y="2157753"/>
                </a:lnTo>
                <a:lnTo>
                  <a:pt x="2325894" y="2180854"/>
                </a:lnTo>
                <a:lnTo>
                  <a:pt x="2087636" y="2168784"/>
                </a:lnTo>
                <a:cubicBezTo>
                  <a:pt x="990717" y="2057051"/>
                  <a:pt x="116084" y="1182492"/>
                  <a:pt x="4341" y="85667"/>
                </a:cubicBezTo>
                <a:close/>
              </a:path>
            </a:pathLst>
          </a:custGeom>
          <a:solidFill>
            <a:srgbClr val="E6F0FE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>
            <a:noAutofit/>
          </a:bodyPr>
          <a:lstStyle>
            <a:lvl1pPr>
              <a:lnSpc>
                <a:spcPct val="100000"/>
              </a:lnSpc>
              <a:defRPr lang="ru-RU"/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755904" y="2825496"/>
            <a:ext cx="10680192" cy="2834640"/>
          </a:xfrm>
        </p:spPr>
        <p:txBody>
          <a:bodyPr rtlCol="0">
            <a:noAutofit/>
          </a:bodyPr>
          <a:lstStyle>
            <a:lvl1pPr>
              <a:defRPr lang="ru-RU" sz="1800"/>
            </a:lvl1pPr>
            <a:lvl2pPr>
              <a:defRPr lang="ru-RU" sz="1600"/>
            </a:lvl2pPr>
            <a:lvl3pPr>
              <a:defRPr lang="ru-RU" sz="1400"/>
            </a:lvl3pPr>
            <a:lvl4pPr>
              <a:defRPr lang="ru-RU" sz="1200"/>
            </a:lvl4pPr>
            <a:lvl5pPr>
              <a:defRPr lang="ru-RU" sz="1200"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/>
              <a:t>Заголовок презентации</a:t>
            </a:r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dirty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45712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89120" y="2395728"/>
            <a:ext cx="7013448" cy="1627632"/>
          </a:xfrm>
        </p:spPr>
        <p:txBody>
          <a:bodyPr lIns="0" tIns="0" rIns="0" bIns="0" rtlCol="0">
            <a:noAutofit/>
          </a:bodyPr>
          <a:lstStyle>
            <a:lvl1pPr algn="l">
              <a:lnSpc>
                <a:spcPct val="100000"/>
              </a:lnSpc>
              <a:defRPr lang="ru-RU" sz="33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0"/>
            <a:r>
              <a:rPr lang="ru-RU"/>
              <a:t>Образец заголовка</a:t>
            </a:r>
          </a:p>
        </p:txBody>
      </p:sp>
      <p:sp>
        <p:nvSpPr>
          <p:cNvPr id="57" name="Текст 54">
            <a:extLst>
              <a:ext uri="{FF2B5EF4-FFF2-40B4-BE49-F238E27FC236}">
                <a16:creationId xmlns:a16="http://schemas.microsoft.com/office/drawing/2014/main" id="{A493C80D-2813-9E70-8901-D4B9EA4DD7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11880" y="1984248"/>
            <a:ext cx="768096" cy="1627632"/>
          </a:xfrm>
        </p:spPr>
        <p:txBody>
          <a:bodyPr lIns="91440" tIns="45720" rIns="91440" bIns="54864" rtlCol="0">
            <a:noAutofit/>
          </a:bodyPr>
          <a:lstStyle>
            <a:lvl1pPr marL="0" indent="0">
              <a:buNone/>
              <a:defRPr lang="ru-RU" sz="10000" b="1"/>
            </a:lvl1pPr>
          </a:lstStyle>
          <a:p>
            <a:pPr lvl="0" rtl="0"/>
            <a:r>
              <a:rPr lang="ru-RU"/>
              <a:t>"</a:t>
            </a:r>
          </a:p>
        </p:txBody>
      </p:sp>
      <p:sp>
        <p:nvSpPr>
          <p:cNvPr id="55" name="Текст 54">
            <a:extLst>
              <a:ext uri="{FF2B5EF4-FFF2-40B4-BE49-F238E27FC236}">
                <a16:creationId xmlns:a16="http://schemas.microsoft.com/office/drawing/2014/main" id="{A2733C45-7C53-2BC5-3F62-D069650A79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89120" y="4308475"/>
            <a:ext cx="3932238" cy="588963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ru-RU" sz="2400"/>
            </a:lvl1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56" name="Текст 54">
            <a:extLst>
              <a:ext uri="{FF2B5EF4-FFF2-40B4-BE49-F238E27FC236}">
                <a16:creationId xmlns:a16="http://schemas.microsoft.com/office/drawing/2014/main" id="{B1D62231-87CB-21EC-CF8C-46276AD1F9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00616" y="3209544"/>
            <a:ext cx="768096" cy="1627632"/>
          </a:xfrm>
        </p:spPr>
        <p:txBody>
          <a:bodyPr lIns="91440" tIns="45720" rIns="91440" bIns="54864" rtlCol="0">
            <a:noAutofit/>
          </a:bodyPr>
          <a:lstStyle>
            <a:lvl1pPr marL="0" indent="0">
              <a:buNone/>
              <a:defRPr lang="ru-RU" sz="10000" b="1"/>
            </a:lvl1pPr>
          </a:lstStyle>
          <a:p>
            <a:pPr lvl="0" rtl="0"/>
            <a:r>
              <a:rPr lang="ru-RU"/>
              <a:t>"</a:t>
            </a:r>
          </a:p>
        </p:txBody>
      </p:sp>
      <p:sp>
        <p:nvSpPr>
          <p:cNvPr id="32" name="Изображение 1" descr="preencoded.png">
            <a:extLst>
              <a:ext uri="{FF2B5EF4-FFF2-40B4-BE49-F238E27FC236}">
                <a16:creationId xmlns:a16="http://schemas.microsoft.com/office/drawing/2014/main" id="{2A3EC91E-4089-D366-06D3-3E66F93DFAF3}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53" name="Полилиния: фигура 52">
            <a:extLst>
              <a:ext uri="{FF2B5EF4-FFF2-40B4-BE49-F238E27FC236}">
                <a16:creationId xmlns:a16="http://schemas.microsoft.com/office/drawing/2014/main" id="{70F595E1-C910-3710-90E9-AF5FFCE05861}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33" name="Изображение 4" descr="preencoded.png">
            <a:extLst>
              <a:ext uri="{FF2B5EF4-FFF2-40B4-BE49-F238E27FC236}">
                <a16:creationId xmlns:a16="http://schemas.microsoft.com/office/drawing/2014/main" id="{EC46DC71-C12A-96C8-3FE2-AA95AB58B349}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/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9" name="Полилиния 70">
            <a:extLst>
              <a:ext uri="{FF2B5EF4-FFF2-40B4-BE49-F238E27FC236}">
                <a16:creationId xmlns:a16="http://schemas.microsoft.com/office/drawing/2014/main" id="{AA39EF58-54F1-4AC9-1D83-2E7DEEAAEA6A}"/>
              </a:ext>
            </a:extLst>
          </p:cNvPr>
          <p:cNvSpPr>
            <a:spLocks/>
          </p:cNvSpPr>
          <p:nvPr userDrawn="1"/>
        </p:nvSpPr>
        <p:spPr bwMode="auto">
          <a:xfrm flipH="1">
            <a:off x="2535251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31" name="Полилиния 70">
            <a:extLst>
              <a:ext uri="{FF2B5EF4-FFF2-40B4-BE49-F238E27FC236}">
                <a16:creationId xmlns:a16="http://schemas.microsoft.com/office/drawing/2014/main" id="{0C320934-59CC-4123-C7C1-FEEE89F3045F}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dirty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CC43996-DAC9-130F-CB05-4A8A90381D37}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04E8AF-9DFE-7077-DB36-941F6490B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Autofit/>
          </a:bodyPr>
          <a:lstStyle>
            <a:lvl1pPr>
              <a:lnSpc>
                <a:spcPct val="100000"/>
              </a:lnSpc>
              <a:defRPr lang="ru-RU"/>
            </a:lvl1pPr>
          </a:lstStyle>
          <a:p>
            <a:pPr rtl="0"/>
            <a:r>
              <a:rPr lang="ru-RU"/>
              <a:t>Образец заголовка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3B58B80-D2DB-A0A1-0362-1157E9087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/>
              <a:t>Заголовок презентации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62C22E6-000A-05BA-5872-EF37F029A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Рисунок 16">
            <a:extLst>
              <a:ext uri="{FF2B5EF4-FFF2-40B4-BE49-F238E27FC236}">
                <a16:creationId xmlns:a16="http://schemas.microsoft.com/office/drawing/2014/main" id="{6AAAFB85-16C0-836A-1D0D-E65277CC341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8905" y="2392023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rtlCol="0" anchor="ctr">
            <a:noAutofit/>
          </a:bodyPr>
          <a:lstStyle>
            <a:lvl1pPr marL="0" indent="0" algn="ctr">
              <a:buNone/>
              <a:defRPr lang="ru-RU" sz="1400"/>
            </a:lvl1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FB04BFFD-8D76-D31F-232F-38A7065ACA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8905" y="4989515"/>
            <a:ext cx="2598737" cy="1109662"/>
          </a:xfrm>
          <a:solidFill>
            <a:schemeClr val="bg1"/>
          </a:solidFill>
        </p:spPr>
        <p:txBody>
          <a:bodyPr lIns="0" tIns="274320" rIns="0" rtlCol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lang="ru-RU"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ru-RU"/>
              <a:t>Имя</a:t>
            </a:r>
          </a:p>
        </p:txBody>
      </p:sp>
      <p:sp>
        <p:nvSpPr>
          <p:cNvPr id="21" name="Текст 20">
            <a:extLst>
              <a:ext uri="{FF2B5EF4-FFF2-40B4-BE49-F238E27FC236}">
                <a16:creationId xmlns:a16="http://schemas.microsoft.com/office/drawing/2014/main" id="{75A2E03A-AFB4-3868-FAB5-A24228FA8A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6885" y="5599755"/>
            <a:ext cx="2283472" cy="365125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ru-RU" sz="1400"/>
            </a:lvl1pPr>
          </a:lstStyle>
          <a:p>
            <a:pPr lvl="0" rtl="0"/>
            <a:r>
              <a:rPr lang="ru-RU"/>
              <a:t>Название</a:t>
            </a:r>
          </a:p>
        </p:txBody>
      </p:sp>
      <p:sp>
        <p:nvSpPr>
          <p:cNvPr id="23" name="Рисунок 16">
            <a:extLst>
              <a:ext uri="{FF2B5EF4-FFF2-40B4-BE49-F238E27FC236}">
                <a16:creationId xmlns:a16="http://schemas.microsoft.com/office/drawing/2014/main" id="{FBADCD1B-D9E0-EA12-0DD5-22E5C60E5D6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517361" y="2392619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rtlCol="0" anchor="ctr">
            <a:noAutofit/>
          </a:bodyPr>
          <a:lstStyle>
            <a:lvl1pPr marL="0" indent="0" algn="ctr">
              <a:buNone/>
              <a:defRPr lang="ru-RU" sz="1400"/>
            </a:lvl1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2" name="Текст 18">
            <a:extLst>
              <a:ext uri="{FF2B5EF4-FFF2-40B4-BE49-F238E27FC236}">
                <a16:creationId xmlns:a16="http://schemas.microsoft.com/office/drawing/2014/main" id="{AD33972D-9092-4B3C-A699-07849068AF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16747" y="4990111"/>
            <a:ext cx="2598737" cy="1109662"/>
          </a:xfrm>
          <a:solidFill>
            <a:schemeClr val="bg1"/>
          </a:solidFill>
        </p:spPr>
        <p:txBody>
          <a:bodyPr lIns="0" tIns="274320" rIns="0" rtlCol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lang="ru-RU"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ru-RU"/>
              <a:t>Имя</a:t>
            </a:r>
          </a:p>
        </p:txBody>
      </p:sp>
      <p:sp>
        <p:nvSpPr>
          <p:cNvPr id="24" name="Текст 20">
            <a:extLst>
              <a:ext uri="{FF2B5EF4-FFF2-40B4-BE49-F238E27FC236}">
                <a16:creationId xmlns:a16="http://schemas.microsoft.com/office/drawing/2014/main" id="{B54F15B1-EAC3-0113-6737-C64480876C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74073" y="5600351"/>
            <a:ext cx="2283472" cy="365125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ru-RU" sz="1400"/>
            </a:lvl1pPr>
          </a:lstStyle>
          <a:p>
            <a:pPr lvl="0" rtl="0"/>
            <a:r>
              <a:rPr lang="ru-RU"/>
              <a:t>Название</a:t>
            </a:r>
          </a:p>
        </p:txBody>
      </p:sp>
      <p:sp>
        <p:nvSpPr>
          <p:cNvPr id="26" name="Рисунок 16">
            <a:extLst>
              <a:ext uri="{FF2B5EF4-FFF2-40B4-BE49-F238E27FC236}">
                <a16:creationId xmlns:a16="http://schemas.microsoft.com/office/drawing/2014/main" id="{FCEED0A5-9A71-D54A-91FC-264BD71DDE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75817" y="2393215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rtlCol="0" anchor="ctr">
            <a:noAutofit/>
          </a:bodyPr>
          <a:lstStyle>
            <a:lvl1pPr marL="0" indent="0" algn="ctr">
              <a:buNone/>
              <a:defRPr lang="ru-RU" sz="1400"/>
            </a:lvl1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5" name="Текст 18">
            <a:extLst>
              <a:ext uri="{FF2B5EF4-FFF2-40B4-BE49-F238E27FC236}">
                <a16:creationId xmlns:a16="http://schemas.microsoft.com/office/drawing/2014/main" id="{F44A0C74-A714-A8C2-69D2-74CAD68037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4589" y="4990707"/>
            <a:ext cx="2598737" cy="1109662"/>
          </a:xfrm>
          <a:solidFill>
            <a:schemeClr val="bg1"/>
          </a:solidFill>
        </p:spPr>
        <p:txBody>
          <a:bodyPr lIns="0" tIns="274320" rIns="0" rtlCol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lang="ru-RU"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ru-RU"/>
              <a:t>Имя</a:t>
            </a:r>
          </a:p>
        </p:txBody>
      </p:sp>
      <p:sp>
        <p:nvSpPr>
          <p:cNvPr id="27" name="Текст 20">
            <a:extLst>
              <a:ext uri="{FF2B5EF4-FFF2-40B4-BE49-F238E27FC236}">
                <a16:creationId xmlns:a16="http://schemas.microsoft.com/office/drawing/2014/main" id="{552F4682-3F02-2A70-A285-FB2D1822A4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32529" y="5600947"/>
            <a:ext cx="2283472" cy="365125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ru-RU" sz="1400"/>
            </a:lvl1pPr>
          </a:lstStyle>
          <a:p>
            <a:pPr lvl="0" rtl="0"/>
            <a:r>
              <a:rPr lang="ru-RU"/>
              <a:t>Название</a:t>
            </a:r>
          </a:p>
        </p:txBody>
      </p:sp>
      <p:sp>
        <p:nvSpPr>
          <p:cNvPr id="29" name="Рисунок 16">
            <a:extLst>
              <a:ext uri="{FF2B5EF4-FFF2-40B4-BE49-F238E27FC236}">
                <a16:creationId xmlns:a16="http://schemas.microsoft.com/office/drawing/2014/main" id="{4F0F5D16-7316-B120-F378-E3D492FEEB9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34272" y="2393215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rtlCol="0" anchor="ctr">
            <a:noAutofit/>
          </a:bodyPr>
          <a:lstStyle>
            <a:lvl1pPr marL="0" indent="0" algn="ctr">
              <a:buNone/>
              <a:defRPr lang="ru-RU" sz="1400"/>
            </a:lvl1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8" name="Текст 18">
            <a:extLst>
              <a:ext uri="{FF2B5EF4-FFF2-40B4-BE49-F238E27FC236}">
                <a16:creationId xmlns:a16="http://schemas.microsoft.com/office/drawing/2014/main" id="{47AC9724-9FC2-62FA-0DE7-3F9FE9B67A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32431" y="4990707"/>
            <a:ext cx="2598737" cy="1109662"/>
          </a:xfrm>
          <a:solidFill>
            <a:schemeClr val="bg1"/>
          </a:solidFill>
        </p:spPr>
        <p:txBody>
          <a:bodyPr lIns="0" tIns="274320" rIns="0" rtlCol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lang="ru-RU"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ru-RU"/>
              <a:t>Имя</a:t>
            </a:r>
          </a:p>
        </p:txBody>
      </p:sp>
      <p:sp>
        <p:nvSpPr>
          <p:cNvPr id="30" name="Текст 20">
            <a:extLst>
              <a:ext uri="{FF2B5EF4-FFF2-40B4-BE49-F238E27FC236}">
                <a16:creationId xmlns:a16="http://schemas.microsoft.com/office/drawing/2014/main" id="{114EE337-FC29-F325-E528-A3F809B28B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90984" y="5600947"/>
            <a:ext cx="2283472" cy="365125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ru-RU" sz="1400"/>
            </a:lvl1pPr>
          </a:lstStyle>
          <a:p>
            <a:pPr lvl="0" rtl="0"/>
            <a:r>
              <a:rPr lang="ru-RU"/>
              <a:t>Должность</a:t>
            </a:r>
          </a:p>
        </p:txBody>
      </p:sp>
    </p:spTree>
    <p:extLst>
      <p:ext uri="{BB962C8B-B14F-4D97-AF65-F5344CB8AC3E}">
        <p14:creationId xmlns:p14="http://schemas.microsoft.com/office/powerpoint/2010/main" val="25866537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04E8AF-9DFE-7077-DB36-941F6490B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539496"/>
            <a:ext cx="10671048" cy="768096"/>
          </a:xfrm>
        </p:spPr>
        <p:txBody>
          <a:bodyPr rtlCol="0">
            <a:noAutofit/>
          </a:bodyPr>
          <a:lstStyle>
            <a:lvl1pPr>
              <a:lnSpc>
                <a:spcPct val="100000"/>
              </a:lnSpc>
              <a:defRPr lang="ru-RU"/>
            </a:lvl1pPr>
          </a:lstStyle>
          <a:p>
            <a:pPr rtl="0"/>
            <a:r>
              <a:rPr lang="ru-RU"/>
              <a:t>Образец заголовка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3B58B80-D2DB-A0A1-0362-1157E9087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/>
              <a:t>Заголовок презентации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62C22E6-000A-05BA-5872-EF37F029A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Рисунок 16">
            <a:extLst>
              <a:ext uri="{FF2B5EF4-FFF2-40B4-BE49-F238E27FC236}">
                <a16:creationId xmlns:a16="http://schemas.microsoft.com/office/drawing/2014/main" id="{6AAAFB85-16C0-836A-1D0D-E65277CC341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71016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rtlCol="0" anchor="ctr">
            <a:noAutofit/>
          </a:bodyPr>
          <a:lstStyle>
            <a:lvl1pPr marL="0" indent="0" algn="ctr">
              <a:buNone/>
              <a:defRPr lang="ru-RU" sz="1400"/>
            </a:lvl1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FB04BFFD-8D76-D31F-232F-38A7065ACA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1016" y="3191256"/>
            <a:ext cx="2029968" cy="694944"/>
          </a:xfrm>
          <a:solidFill>
            <a:schemeClr val="accent4"/>
          </a:solidFill>
        </p:spPr>
        <p:txBody>
          <a:bodyPr lIns="0" tIns="155448" rIns="0" rtlCol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lang="ru-RU"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ru-RU"/>
              <a:t>Имя</a:t>
            </a:r>
          </a:p>
        </p:txBody>
      </p:sp>
      <p:sp>
        <p:nvSpPr>
          <p:cNvPr id="21" name="Текст 20">
            <a:extLst>
              <a:ext uri="{FF2B5EF4-FFF2-40B4-BE49-F238E27FC236}">
                <a16:creationId xmlns:a16="http://schemas.microsoft.com/office/drawing/2014/main" id="{75A2E03A-AFB4-3868-FAB5-A24228FA8A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71016" y="3616960"/>
            <a:ext cx="2029968" cy="18288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ru-RU" sz="1200" spc="20" baseline="0"/>
            </a:lvl1pPr>
          </a:lstStyle>
          <a:p>
            <a:pPr lvl="0" rtl="0"/>
            <a:r>
              <a:rPr lang="ru-RU"/>
              <a:t>Название</a:t>
            </a:r>
          </a:p>
        </p:txBody>
      </p:sp>
      <p:sp>
        <p:nvSpPr>
          <p:cNvPr id="10" name="Рисунок 16">
            <a:extLst>
              <a:ext uri="{FF2B5EF4-FFF2-40B4-BE49-F238E27FC236}">
                <a16:creationId xmlns:a16="http://schemas.microsoft.com/office/drawing/2014/main" id="{BB749B9A-080F-37C0-08E6-909A5DA554D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271016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rtlCol="0" anchor="ctr">
            <a:noAutofit/>
          </a:bodyPr>
          <a:lstStyle>
            <a:lvl1pPr marL="0" indent="0" algn="ctr">
              <a:buNone/>
              <a:defRPr lang="ru-RU" sz="1400"/>
            </a:lvl1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14" name="Текст 18">
            <a:extLst>
              <a:ext uri="{FF2B5EF4-FFF2-40B4-BE49-F238E27FC236}">
                <a16:creationId xmlns:a16="http://schemas.microsoft.com/office/drawing/2014/main" id="{C4C7516E-0853-87BE-108B-697DD8E0DA7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71016" y="5790184"/>
            <a:ext cx="2029968" cy="694944"/>
          </a:xfrm>
          <a:solidFill>
            <a:schemeClr val="accent1"/>
          </a:solidFill>
        </p:spPr>
        <p:txBody>
          <a:bodyPr lIns="0" tIns="155448" rIns="0" rtlCol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lang="ru-RU"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ru-RU"/>
              <a:t>Имя</a:t>
            </a:r>
          </a:p>
        </p:txBody>
      </p:sp>
      <p:sp>
        <p:nvSpPr>
          <p:cNvPr id="15" name="Текст 20">
            <a:extLst>
              <a:ext uri="{FF2B5EF4-FFF2-40B4-BE49-F238E27FC236}">
                <a16:creationId xmlns:a16="http://schemas.microsoft.com/office/drawing/2014/main" id="{FB1A74E1-7CEB-F501-F998-7361A20F734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71016" y="6215888"/>
            <a:ext cx="2029968" cy="18288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ru-RU" sz="1200" spc="20" baseline="0"/>
            </a:lvl1pPr>
          </a:lstStyle>
          <a:p>
            <a:pPr lvl="0" rtl="0"/>
            <a:r>
              <a:rPr lang="ru-RU"/>
              <a:t>Название</a:t>
            </a:r>
          </a:p>
        </p:txBody>
      </p:sp>
      <p:sp>
        <p:nvSpPr>
          <p:cNvPr id="23" name="Рисунок 16">
            <a:extLst>
              <a:ext uri="{FF2B5EF4-FFF2-40B4-BE49-F238E27FC236}">
                <a16:creationId xmlns:a16="http://schemas.microsoft.com/office/drawing/2014/main" id="{FBADCD1B-D9E0-EA12-0DD5-22E5C60E5D6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828288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rtlCol="0" anchor="ctr">
            <a:noAutofit/>
          </a:bodyPr>
          <a:lstStyle>
            <a:lvl1pPr marL="0" indent="0" algn="ctr">
              <a:buNone/>
              <a:defRPr lang="ru-RU" sz="1400"/>
            </a:lvl1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2" name="Текст 18">
            <a:extLst>
              <a:ext uri="{FF2B5EF4-FFF2-40B4-BE49-F238E27FC236}">
                <a16:creationId xmlns:a16="http://schemas.microsoft.com/office/drawing/2014/main" id="{AD33972D-9092-4B3C-A699-07849068AF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8288" y="3191256"/>
            <a:ext cx="2029968" cy="694944"/>
          </a:xfrm>
          <a:solidFill>
            <a:schemeClr val="accent1"/>
          </a:solidFill>
        </p:spPr>
        <p:txBody>
          <a:bodyPr lIns="0" tIns="155448" rIns="0" rtlCol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lang="ru-RU"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ru-RU"/>
              <a:t>Имя</a:t>
            </a:r>
          </a:p>
        </p:txBody>
      </p:sp>
      <p:sp>
        <p:nvSpPr>
          <p:cNvPr id="24" name="Текст 20">
            <a:extLst>
              <a:ext uri="{FF2B5EF4-FFF2-40B4-BE49-F238E27FC236}">
                <a16:creationId xmlns:a16="http://schemas.microsoft.com/office/drawing/2014/main" id="{B54F15B1-EAC3-0113-6737-C64480876C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28288" y="3616960"/>
            <a:ext cx="2029968" cy="18288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ru-RU" sz="1200" spc="20" baseline="0"/>
            </a:lvl1pPr>
          </a:lstStyle>
          <a:p>
            <a:pPr lvl="0" rtl="0"/>
            <a:r>
              <a:rPr lang="ru-RU"/>
              <a:t>Название</a:t>
            </a:r>
          </a:p>
        </p:txBody>
      </p:sp>
      <p:sp>
        <p:nvSpPr>
          <p:cNvPr id="11" name="Рисунок 16">
            <a:extLst>
              <a:ext uri="{FF2B5EF4-FFF2-40B4-BE49-F238E27FC236}">
                <a16:creationId xmlns:a16="http://schemas.microsoft.com/office/drawing/2014/main" id="{B5D5100A-3D51-45DB-3A84-9E7FB85261E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828288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rtlCol="0" anchor="ctr">
            <a:noAutofit/>
          </a:bodyPr>
          <a:lstStyle>
            <a:lvl1pPr marL="0" indent="0" algn="ctr">
              <a:buNone/>
              <a:defRPr lang="ru-RU" sz="1400"/>
            </a:lvl1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16" name="Текст 18">
            <a:extLst>
              <a:ext uri="{FF2B5EF4-FFF2-40B4-BE49-F238E27FC236}">
                <a16:creationId xmlns:a16="http://schemas.microsoft.com/office/drawing/2014/main" id="{B775B771-678A-D917-7FE0-5DA7A23CCE2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28288" y="5790184"/>
            <a:ext cx="2029968" cy="694944"/>
          </a:xfrm>
          <a:solidFill>
            <a:schemeClr val="accent4"/>
          </a:solidFill>
        </p:spPr>
        <p:txBody>
          <a:bodyPr lIns="0" tIns="155448" rIns="0" rtlCol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lang="ru-RU"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ru-RU"/>
              <a:t>Имя</a:t>
            </a:r>
          </a:p>
        </p:txBody>
      </p:sp>
      <p:sp>
        <p:nvSpPr>
          <p:cNvPr id="18" name="Текст 20">
            <a:extLst>
              <a:ext uri="{FF2B5EF4-FFF2-40B4-BE49-F238E27FC236}">
                <a16:creationId xmlns:a16="http://schemas.microsoft.com/office/drawing/2014/main" id="{AA2B9540-B92A-AD9C-C01A-B08A98BF845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828288" y="6215888"/>
            <a:ext cx="2029968" cy="18288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ru-RU" sz="1200" spc="20" baseline="0"/>
            </a:lvl1pPr>
          </a:lstStyle>
          <a:p>
            <a:pPr lvl="0" rtl="0"/>
            <a:r>
              <a:rPr lang="ru-RU"/>
              <a:t>Название</a:t>
            </a:r>
          </a:p>
        </p:txBody>
      </p:sp>
      <p:sp>
        <p:nvSpPr>
          <p:cNvPr id="26" name="Рисунок 16">
            <a:extLst>
              <a:ext uri="{FF2B5EF4-FFF2-40B4-BE49-F238E27FC236}">
                <a16:creationId xmlns:a16="http://schemas.microsoft.com/office/drawing/2014/main" id="{FCEED0A5-9A71-D54A-91FC-264BD71DDE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385560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rtlCol="0" anchor="ctr">
            <a:noAutofit/>
          </a:bodyPr>
          <a:lstStyle>
            <a:lvl1pPr marL="0" indent="0" algn="ctr">
              <a:buNone/>
              <a:defRPr lang="ru-RU" sz="1400"/>
            </a:lvl1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5" name="Текст 18">
            <a:extLst>
              <a:ext uri="{FF2B5EF4-FFF2-40B4-BE49-F238E27FC236}">
                <a16:creationId xmlns:a16="http://schemas.microsoft.com/office/drawing/2014/main" id="{F44A0C74-A714-A8C2-69D2-74CAD68037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85560" y="3191256"/>
            <a:ext cx="2029968" cy="694944"/>
          </a:xfrm>
          <a:solidFill>
            <a:schemeClr val="accent4"/>
          </a:solidFill>
        </p:spPr>
        <p:txBody>
          <a:bodyPr lIns="0" tIns="155448" rIns="0" rtlCol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lang="ru-RU"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ru-RU"/>
              <a:t>Имя</a:t>
            </a:r>
          </a:p>
        </p:txBody>
      </p:sp>
      <p:sp>
        <p:nvSpPr>
          <p:cNvPr id="27" name="Текст 20">
            <a:extLst>
              <a:ext uri="{FF2B5EF4-FFF2-40B4-BE49-F238E27FC236}">
                <a16:creationId xmlns:a16="http://schemas.microsoft.com/office/drawing/2014/main" id="{552F4682-3F02-2A70-A285-FB2D1822A4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85560" y="3616960"/>
            <a:ext cx="2029968" cy="18288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ru-RU" sz="1200" spc="20" baseline="0"/>
            </a:lvl1pPr>
          </a:lstStyle>
          <a:p>
            <a:pPr lvl="0" rtl="0"/>
            <a:r>
              <a:rPr lang="ru-RU"/>
              <a:t>Название</a:t>
            </a:r>
          </a:p>
        </p:txBody>
      </p:sp>
      <p:sp>
        <p:nvSpPr>
          <p:cNvPr id="12" name="Рисунок 16">
            <a:extLst>
              <a:ext uri="{FF2B5EF4-FFF2-40B4-BE49-F238E27FC236}">
                <a16:creationId xmlns:a16="http://schemas.microsoft.com/office/drawing/2014/main" id="{3D2AAC25-9404-1F6F-200C-5660F4995858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385560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rtlCol="0" anchor="ctr">
            <a:noAutofit/>
          </a:bodyPr>
          <a:lstStyle>
            <a:lvl1pPr marL="0" indent="0" algn="ctr">
              <a:buNone/>
              <a:defRPr lang="ru-RU" sz="1400"/>
            </a:lvl1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0" name="Текст 18">
            <a:extLst>
              <a:ext uri="{FF2B5EF4-FFF2-40B4-BE49-F238E27FC236}">
                <a16:creationId xmlns:a16="http://schemas.microsoft.com/office/drawing/2014/main" id="{AE4677E1-AC1B-AB9C-5E0C-794903DD1CE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85560" y="5790184"/>
            <a:ext cx="2029968" cy="694944"/>
          </a:xfrm>
          <a:solidFill>
            <a:schemeClr val="accent1"/>
          </a:solidFill>
        </p:spPr>
        <p:txBody>
          <a:bodyPr lIns="0" tIns="155448" rIns="0" rtlCol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lang="ru-RU"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ru-RU"/>
              <a:t>Имя</a:t>
            </a:r>
          </a:p>
        </p:txBody>
      </p:sp>
      <p:sp>
        <p:nvSpPr>
          <p:cNvPr id="31" name="Текст 20">
            <a:extLst>
              <a:ext uri="{FF2B5EF4-FFF2-40B4-BE49-F238E27FC236}">
                <a16:creationId xmlns:a16="http://schemas.microsoft.com/office/drawing/2014/main" id="{826BBF6C-7198-3C15-CDCB-E72B08709C1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85560" y="6215888"/>
            <a:ext cx="2029968" cy="18288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ru-RU" sz="1200" spc="20" baseline="0"/>
            </a:lvl1pPr>
          </a:lstStyle>
          <a:p>
            <a:pPr lvl="0" rtl="0"/>
            <a:r>
              <a:rPr lang="ru-RU"/>
              <a:t>Название</a:t>
            </a:r>
          </a:p>
        </p:txBody>
      </p:sp>
      <p:sp>
        <p:nvSpPr>
          <p:cNvPr id="29" name="Рисунок 16">
            <a:extLst>
              <a:ext uri="{FF2B5EF4-FFF2-40B4-BE49-F238E27FC236}">
                <a16:creationId xmlns:a16="http://schemas.microsoft.com/office/drawing/2014/main" id="{4F0F5D16-7316-B120-F378-E3D492FEEB9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942832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rtlCol="0" anchor="ctr">
            <a:noAutofit/>
          </a:bodyPr>
          <a:lstStyle>
            <a:lvl1pPr marL="0" indent="0" algn="ctr">
              <a:buNone/>
              <a:defRPr lang="ru-RU" sz="1400"/>
            </a:lvl1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8" name="Текст 18">
            <a:extLst>
              <a:ext uri="{FF2B5EF4-FFF2-40B4-BE49-F238E27FC236}">
                <a16:creationId xmlns:a16="http://schemas.microsoft.com/office/drawing/2014/main" id="{47AC9724-9FC2-62FA-0DE7-3F9FE9B67A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42832" y="3191256"/>
            <a:ext cx="2029968" cy="694944"/>
          </a:xfrm>
          <a:solidFill>
            <a:schemeClr val="accent1"/>
          </a:solidFill>
        </p:spPr>
        <p:txBody>
          <a:bodyPr lIns="0" tIns="155448" rIns="0" rtlCol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lang="ru-RU"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ru-RU"/>
              <a:t>Имя</a:t>
            </a:r>
          </a:p>
        </p:txBody>
      </p:sp>
      <p:sp>
        <p:nvSpPr>
          <p:cNvPr id="30" name="Текст 20">
            <a:extLst>
              <a:ext uri="{FF2B5EF4-FFF2-40B4-BE49-F238E27FC236}">
                <a16:creationId xmlns:a16="http://schemas.microsoft.com/office/drawing/2014/main" id="{114EE337-FC29-F325-E528-A3F809B28B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42832" y="3616960"/>
            <a:ext cx="2029968" cy="18288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ru-RU" sz="1200" spc="20" baseline="0"/>
            </a:lvl1pPr>
          </a:lstStyle>
          <a:p>
            <a:pPr lvl="0" rtl="0"/>
            <a:r>
              <a:rPr lang="ru-RU"/>
              <a:t>Должность</a:t>
            </a:r>
          </a:p>
        </p:txBody>
      </p:sp>
      <p:sp>
        <p:nvSpPr>
          <p:cNvPr id="13" name="Рисунок 16">
            <a:extLst>
              <a:ext uri="{FF2B5EF4-FFF2-40B4-BE49-F238E27FC236}">
                <a16:creationId xmlns:a16="http://schemas.microsoft.com/office/drawing/2014/main" id="{90CBAA5D-3D9B-0CB5-E527-996433638BE3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942832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rtlCol="0" anchor="ctr">
            <a:noAutofit/>
          </a:bodyPr>
          <a:lstStyle>
            <a:lvl1pPr marL="0" indent="0" algn="ctr">
              <a:buNone/>
              <a:defRPr lang="ru-RU" sz="1400"/>
            </a:lvl1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32" name="Текст 18">
            <a:extLst>
              <a:ext uri="{FF2B5EF4-FFF2-40B4-BE49-F238E27FC236}">
                <a16:creationId xmlns:a16="http://schemas.microsoft.com/office/drawing/2014/main" id="{5B47333C-2F5E-FA7D-5DD1-191E0F421B6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42832" y="5790184"/>
            <a:ext cx="2029968" cy="694944"/>
          </a:xfrm>
          <a:solidFill>
            <a:schemeClr val="accent4"/>
          </a:solidFill>
        </p:spPr>
        <p:txBody>
          <a:bodyPr lIns="0" tIns="155448" rIns="0" rtlCol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lang="ru-RU"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ru-RU"/>
              <a:t>Имя</a:t>
            </a:r>
          </a:p>
        </p:txBody>
      </p:sp>
      <p:sp>
        <p:nvSpPr>
          <p:cNvPr id="33" name="Текст 20">
            <a:extLst>
              <a:ext uri="{FF2B5EF4-FFF2-40B4-BE49-F238E27FC236}">
                <a16:creationId xmlns:a16="http://schemas.microsoft.com/office/drawing/2014/main" id="{D0AA2AE2-5A11-76D4-4D9C-B6B24D1419D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942832" y="6215888"/>
            <a:ext cx="2029968" cy="18288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ru-RU" sz="1200" spc="20" baseline="0"/>
            </a:lvl1pPr>
          </a:lstStyle>
          <a:p>
            <a:pPr lvl="0" rtl="0"/>
            <a:r>
              <a:rPr lang="ru-RU"/>
              <a:t>Должность</a:t>
            </a:r>
          </a:p>
        </p:txBody>
      </p:sp>
    </p:spTree>
    <p:extLst>
      <p:ext uri="{BB962C8B-B14F-4D97-AF65-F5344CB8AC3E}">
        <p14:creationId xmlns:p14="http://schemas.microsoft.com/office/powerpoint/2010/main" val="19007091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 столбцо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B950ED98-B5D1-206C-403F-FA954F9D2CFF}"/>
              </a:ext>
            </a:extLst>
          </p:cNvPr>
          <p:cNvSpPr/>
          <p:nvPr userDrawn="1"/>
        </p:nvSpPr>
        <p:spPr>
          <a:xfrm>
            <a:off x="685338" y="3796480"/>
            <a:ext cx="2011680" cy="1517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0E8643CE-01D9-3E5E-15F6-20689F775F15}"/>
              </a:ext>
            </a:extLst>
          </p:cNvPr>
          <p:cNvSpPr/>
          <p:nvPr userDrawn="1"/>
        </p:nvSpPr>
        <p:spPr>
          <a:xfrm>
            <a:off x="2900911" y="3796480"/>
            <a:ext cx="2011680" cy="15179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5AF82DDD-EDEC-7D87-F43A-113C5E4A4FE7}"/>
              </a:ext>
            </a:extLst>
          </p:cNvPr>
          <p:cNvSpPr/>
          <p:nvPr userDrawn="1"/>
        </p:nvSpPr>
        <p:spPr>
          <a:xfrm>
            <a:off x="5116484" y="3796480"/>
            <a:ext cx="2011680" cy="1517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E47E492E-967F-54B7-55B1-08A5E1C3615B}"/>
              </a:ext>
            </a:extLst>
          </p:cNvPr>
          <p:cNvSpPr/>
          <p:nvPr userDrawn="1"/>
        </p:nvSpPr>
        <p:spPr>
          <a:xfrm>
            <a:off x="9547629" y="3796480"/>
            <a:ext cx="2011680" cy="1517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DC0053FE-E44A-CA97-F782-67FC633E722E}"/>
              </a:ext>
            </a:extLst>
          </p:cNvPr>
          <p:cNvSpPr/>
          <p:nvPr userDrawn="1"/>
        </p:nvSpPr>
        <p:spPr>
          <a:xfrm>
            <a:off x="7332057" y="3796480"/>
            <a:ext cx="2011680" cy="15179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445A0A-815D-3414-088B-C041E6742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841248"/>
            <a:ext cx="10671048" cy="768096"/>
          </a:xfrm>
        </p:spPr>
        <p:txBody>
          <a:bodyPr rtlCol="0">
            <a:noAutofit/>
          </a:bodyPr>
          <a:lstStyle>
            <a:lvl1pPr>
              <a:lnSpc>
                <a:spcPct val="100000"/>
              </a:lnSpc>
              <a:defRPr lang="ru-RU"/>
            </a:lvl1pPr>
          </a:lstStyle>
          <a:p>
            <a:pPr rtl="0"/>
            <a:r>
              <a:rPr lang="ru-RU"/>
              <a:t>Образец заголовка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17B5E29-6335-83BC-FA01-FAE422D26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/>
              <a:t>Заголовок презентации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36476D1-B61A-E9FD-E266-768B405CC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6" name="Текст 2">
            <a:extLst>
              <a:ext uri="{FF2B5EF4-FFF2-40B4-BE49-F238E27FC236}">
                <a16:creationId xmlns:a16="http://schemas.microsoft.com/office/drawing/2014/main" id="{C025625F-8274-840F-6DD8-D36687CB8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338" y="2491684"/>
            <a:ext cx="2011680" cy="2825173"/>
          </a:xfrm>
          <a:noFill/>
          <a:ln w="12700">
            <a:solidFill>
              <a:schemeClr val="accent1"/>
            </a:solidFill>
          </a:ln>
        </p:spPr>
        <p:txBody>
          <a:bodyPr tIns="685800" rtlCol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lang="ru-RU" sz="2000" b="1"/>
            </a:lvl2pPr>
            <a:lvl3pPr marL="914400" indent="0">
              <a:buNone/>
              <a:defRPr lang="ru-RU" sz="1800" b="1"/>
            </a:lvl3pPr>
            <a:lvl4pPr marL="1371600" indent="0">
              <a:buNone/>
              <a:defRPr lang="ru-RU" sz="1600" b="1"/>
            </a:lvl4pPr>
            <a:lvl5pPr marL="1828800" indent="0">
              <a:buNone/>
              <a:defRPr lang="ru-RU" sz="1600" b="1"/>
            </a:lvl5pPr>
            <a:lvl6pPr marL="2286000" indent="0">
              <a:buNone/>
              <a:defRPr lang="ru-RU" sz="1600" b="1"/>
            </a:lvl6pPr>
            <a:lvl7pPr marL="2743200" indent="0">
              <a:buNone/>
              <a:defRPr lang="ru-RU" sz="1600" b="1"/>
            </a:lvl7pPr>
            <a:lvl8pPr marL="3200400" indent="0">
              <a:buNone/>
              <a:defRPr lang="ru-RU" sz="1600" b="1"/>
            </a:lvl8pPr>
            <a:lvl9pPr marL="3657600" indent="0">
              <a:buNone/>
              <a:defRPr lang="ru-RU"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64" name="Рисунок 62">
            <a:extLst>
              <a:ext uri="{FF2B5EF4-FFF2-40B4-BE49-F238E27FC236}">
                <a16:creationId xmlns:a16="http://schemas.microsoft.com/office/drawing/2014/main" id="{2F18FBB7-2D21-7954-1324-C7D3BFE5C85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339134" y="2111058"/>
            <a:ext cx="704088" cy="7040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lang="ru-RU" sz="900"/>
            </a:lvl1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52" name="Текст 51">
            <a:extLst>
              <a:ext uri="{FF2B5EF4-FFF2-40B4-BE49-F238E27FC236}">
                <a16:creationId xmlns:a16="http://schemas.microsoft.com/office/drawing/2014/main" id="{2EF54C35-5F8E-4E0A-AB4D-97E38121910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31058" y="3888404"/>
            <a:ext cx="1920240" cy="1371600"/>
          </a:xfrm>
          <a:noFill/>
          <a:ln>
            <a:noFill/>
          </a:ln>
        </p:spPr>
        <p:txBody>
          <a:bodyPr lIns="91440" rIns="91440" rtlCol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lang="ru-RU" sz="1500"/>
            </a:lvl1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47" name="Текст 4">
            <a:extLst>
              <a:ext uri="{FF2B5EF4-FFF2-40B4-BE49-F238E27FC236}">
                <a16:creationId xmlns:a16="http://schemas.microsoft.com/office/drawing/2014/main" id="{79F9AD31-B0C5-3563-C73A-8B6297FCFD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900910" y="2491684"/>
            <a:ext cx="2011680" cy="2825173"/>
          </a:xfrm>
          <a:noFill/>
          <a:ln w="12700">
            <a:solidFill>
              <a:schemeClr val="accent3"/>
            </a:solidFill>
          </a:ln>
        </p:spPr>
        <p:txBody>
          <a:bodyPr tIns="685800" rtlCol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lang="ru-RU" sz="2000" b="1"/>
            </a:lvl2pPr>
            <a:lvl3pPr marL="914400" indent="0">
              <a:buNone/>
              <a:defRPr lang="ru-RU" sz="1800" b="1"/>
            </a:lvl3pPr>
            <a:lvl4pPr marL="1371600" indent="0">
              <a:buNone/>
              <a:defRPr lang="ru-RU" sz="1600" b="1"/>
            </a:lvl4pPr>
            <a:lvl5pPr marL="1828800" indent="0">
              <a:buNone/>
              <a:defRPr lang="ru-RU" sz="1600" b="1"/>
            </a:lvl5pPr>
            <a:lvl6pPr marL="2286000" indent="0">
              <a:buNone/>
              <a:defRPr lang="ru-RU" sz="1600" b="1"/>
            </a:lvl6pPr>
            <a:lvl7pPr marL="2743200" indent="0">
              <a:buNone/>
              <a:defRPr lang="ru-RU" sz="1600" b="1"/>
            </a:lvl7pPr>
            <a:lvl8pPr marL="3200400" indent="0">
              <a:buNone/>
              <a:defRPr lang="ru-RU" sz="1600" b="1"/>
            </a:lvl8pPr>
            <a:lvl9pPr marL="3657600" indent="0">
              <a:buNone/>
              <a:defRPr lang="ru-RU"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68" name="Рисунок 62">
            <a:extLst>
              <a:ext uri="{FF2B5EF4-FFF2-40B4-BE49-F238E27FC236}">
                <a16:creationId xmlns:a16="http://schemas.microsoft.com/office/drawing/2014/main" id="{05E8E8EF-4954-870B-04E5-82BC660A6738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554707" y="2111058"/>
            <a:ext cx="704088" cy="704088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lang="ru-RU" sz="900"/>
            </a:lvl1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58" name="Текст 51">
            <a:extLst>
              <a:ext uri="{FF2B5EF4-FFF2-40B4-BE49-F238E27FC236}">
                <a16:creationId xmlns:a16="http://schemas.microsoft.com/office/drawing/2014/main" id="{75981CD1-EA26-D1CF-F19E-B58C16BA8A6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46630" y="3888404"/>
            <a:ext cx="1920240" cy="1371600"/>
          </a:xfrm>
          <a:noFill/>
          <a:ln>
            <a:noFill/>
          </a:ln>
        </p:spPr>
        <p:txBody>
          <a:bodyPr lIns="91440" rIns="91440" rtlCol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lang="ru-RU" sz="1500"/>
            </a:lvl1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48" name="Текст 4">
            <a:extLst>
              <a:ext uri="{FF2B5EF4-FFF2-40B4-BE49-F238E27FC236}">
                <a16:creationId xmlns:a16="http://schemas.microsoft.com/office/drawing/2014/main" id="{3A09BBD1-5CBC-B0EF-71C0-054FCB989B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16484" y="2491684"/>
            <a:ext cx="2011680" cy="2825173"/>
          </a:xfrm>
          <a:noFill/>
          <a:ln w="12700">
            <a:solidFill>
              <a:schemeClr val="accent1"/>
            </a:solidFill>
          </a:ln>
        </p:spPr>
        <p:txBody>
          <a:bodyPr tIns="685800" rtlCol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lang="ru-RU" sz="2000" b="1"/>
            </a:lvl2pPr>
            <a:lvl3pPr marL="914400" indent="0">
              <a:buNone/>
              <a:defRPr lang="ru-RU" sz="1800" b="1"/>
            </a:lvl3pPr>
            <a:lvl4pPr marL="1371600" indent="0">
              <a:buNone/>
              <a:defRPr lang="ru-RU" sz="1600" b="1"/>
            </a:lvl4pPr>
            <a:lvl5pPr marL="1828800" indent="0">
              <a:buNone/>
              <a:defRPr lang="ru-RU" sz="1600" b="1"/>
            </a:lvl5pPr>
            <a:lvl6pPr marL="2286000" indent="0">
              <a:buNone/>
              <a:defRPr lang="ru-RU" sz="1600" b="1"/>
            </a:lvl6pPr>
            <a:lvl7pPr marL="2743200" indent="0">
              <a:buNone/>
              <a:defRPr lang="ru-RU" sz="1600" b="1"/>
            </a:lvl7pPr>
            <a:lvl8pPr marL="3200400" indent="0">
              <a:buNone/>
              <a:defRPr lang="ru-RU" sz="1600" b="1"/>
            </a:lvl8pPr>
            <a:lvl9pPr marL="3657600" indent="0">
              <a:buNone/>
              <a:defRPr lang="ru-RU"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67" name="Рисунок 62">
            <a:extLst>
              <a:ext uri="{FF2B5EF4-FFF2-40B4-BE49-F238E27FC236}">
                <a16:creationId xmlns:a16="http://schemas.microsoft.com/office/drawing/2014/main" id="{4AD0C8C9-DB5A-6DC8-2729-A21F1A5CF17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770280" y="2111058"/>
            <a:ext cx="704088" cy="7040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lang="ru-RU" sz="900"/>
            </a:lvl1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59" name="Текст 51">
            <a:extLst>
              <a:ext uri="{FF2B5EF4-FFF2-40B4-BE49-F238E27FC236}">
                <a16:creationId xmlns:a16="http://schemas.microsoft.com/office/drawing/2014/main" id="{F02DE2DC-F65C-32A5-5821-89FB2F53C32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62204" y="3888404"/>
            <a:ext cx="1920240" cy="1371600"/>
          </a:xfrm>
          <a:noFill/>
          <a:ln>
            <a:noFill/>
          </a:ln>
        </p:spPr>
        <p:txBody>
          <a:bodyPr lIns="91440" rIns="91440" rtlCol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lang="ru-RU" sz="1500"/>
            </a:lvl1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49" name="Текст 4">
            <a:extLst>
              <a:ext uri="{FF2B5EF4-FFF2-40B4-BE49-F238E27FC236}">
                <a16:creationId xmlns:a16="http://schemas.microsoft.com/office/drawing/2014/main" id="{084A0326-A0B8-1723-B8BA-B015344F2D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332057" y="2491684"/>
            <a:ext cx="2011680" cy="2825173"/>
          </a:xfrm>
          <a:noFill/>
          <a:ln w="12700">
            <a:solidFill>
              <a:schemeClr val="accent3"/>
            </a:solidFill>
          </a:ln>
        </p:spPr>
        <p:txBody>
          <a:bodyPr tIns="685800" rtlCol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lang="ru-RU" sz="2000" b="1"/>
            </a:lvl2pPr>
            <a:lvl3pPr marL="914400" indent="0">
              <a:buNone/>
              <a:defRPr lang="ru-RU" sz="1800" b="1"/>
            </a:lvl3pPr>
            <a:lvl4pPr marL="1371600" indent="0">
              <a:buNone/>
              <a:defRPr lang="ru-RU" sz="1600" b="1"/>
            </a:lvl4pPr>
            <a:lvl5pPr marL="1828800" indent="0">
              <a:buNone/>
              <a:defRPr lang="ru-RU" sz="1600" b="1"/>
            </a:lvl5pPr>
            <a:lvl6pPr marL="2286000" indent="0">
              <a:buNone/>
              <a:defRPr lang="ru-RU" sz="1600" b="1"/>
            </a:lvl6pPr>
            <a:lvl7pPr marL="2743200" indent="0">
              <a:buNone/>
              <a:defRPr lang="ru-RU" sz="1600" b="1"/>
            </a:lvl7pPr>
            <a:lvl8pPr marL="3200400" indent="0">
              <a:buNone/>
              <a:defRPr lang="ru-RU" sz="1600" b="1"/>
            </a:lvl8pPr>
            <a:lvl9pPr marL="3657600" indent="0">
              <a:buNone/>
              <a:defRPr lang="ru-RU"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66" name="Рисунок 62">
            <a:extLst>
              <a:ext uri="{FF2B5EF4-FFF2-40B4-BE49-F238E27FC236}">
                <a16:creationId xmlns:a16="http://schemas.microsoft.com/office/drawing/2014/main" id="{139354A0-F5DF-3AC5-5E8B-A41146C26F3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985853" y="2111058"/>
            <a:ext cx="704088" cy="704088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lang="ru-RU" sz="900"/>
            </a:lvl1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60" name="Текст 51">
            <a:extLst>
              <a:ext uri="{FF2B5EF4-FFF2-40B4-BE49-F238E27FC236}">
                <a16:creationId xmlns:a16="http://schemas.microsoft.com/office/drawing/2014/main" id="{E9730E82-F317-686A-8777-D81705BCC70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7777" y="3888404"/>
            <a:ext cx="1920240" cy="1371600"/>
          </a:xfrm>
          <a:noFill/>
          <a:ln>
            <a:noFill/>
          </a:ln>
        </p:spPr>
        <p:txBody>
          <a:bodyPr lIns="91440" rIns="91440" rtlCol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lang="ru-RU" sz="1500"/>
            </a:lvl1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50" name="Текст 4">
            <a:extLst>
              <a:ext uri="{FF2B5EF4-FFF2-40B4-BE49-F238E27FC236}">
                <a16:creationId xmlns:a16="http://schemas.microsoft.com/office/drawing/2014/main" id="{0E3B57F3-1903-446F-D989-D6CA342D08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547629" y="2491684"/>
            <a:ext cx="2011680" cy="2825173"/>
          </a:xfrm>
          <a:noFill/>
          <a:ln w="12700">
            <a:solidFill>
              <a:schemeClr val="accent1"/>
            </a:solidFill>
          </a:ln>
        </p:spPr>
        <p:txBody>
          <a:bodyPr tIns="685800" rtlCol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lang="ru-RU" sz="2000" b="1"/>
            </a:lvl2pPr>
            <a:lvl3pPr marL="914400" indent="0">
              <a:buNone/>
              <a:defRPr lang="ru-RU" sz="1800" b="1"/>
            </a:lvl3pPr>
            <a:lvl4pPr marL="1371600" indent="0">
              <a:buNone/>
              <a:defRPr lang="ru-RU" sz="1600" b="1"/>
            </a:lvl4pPr>
            <a:lvl5pPr marL="1828800" indent="0">
              <a:buNone/>
              <a:defRPr lang="ru-RU" sz="1600" b="1"/>
            </a:lvl5pPr>
            <a:lvl6pPr marL="2286000" indent="0">
              <a:buNone/>
              <a:defRPr lang="ru-RU" sz="1600" b="1"/>
            </a:lvl6pPr>
            <a:lvl7pPr marL="2743200" indent="0">
              <a:buNone/>
              <a:defRPr lang="ru-RU" sz="1600" b="1"/>
            </a:lvl7pPr>
            <a:lvl8pPr marL="3200400" indent="0">
              <a:buNone/>
              <a:defRPr lang="ru-RU" sz="1600" b="1"/>
            </a:lvl8pPr>
            <a:lvl9pPr marL="3657600" indent="0">
              <a:buNone/>
              <a:defRPr lang="ru-RU"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65" name="Рисунок 62">
            <a:extLst>
              <a:ext uri="{FF2B5EF4-FFF2-40B4-BE49-F238E27FC236}">
                <a16:creationId xmlns:a16="http://schemas.microsoft.com/office/drawing/2014/main" id="{D5BF3A8A-72F1-392E-855B-5B36E244A7F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0201425" y="2111058"/>
            <a:ext cx="704088" cy="7040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lang="ru-RU" sz="900"/>
            </a:lvl1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61" name="Текст 51">
            <a:extLst>
              <a:ext uri="{FF2B5EF4-FFF2-40B4-BE49-F238E27FC236}">
                <a16:creationId xmlns:a16="http://schemas.microsoft.com/office/drawing/2014/main" id="{2AED5DDC-3165-FA12-0310-E3545223E29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593349" y="3888404"/>
            <a:ext cx="1920240" cy="1371600"/>
          </a:xfrm>
          <a:noFill/>
          <a:ln>
            <a:noFill/>
          </a:ln>
        </p:spPr>
        <p:txBody>
          <a:bodyPr lIns="91440" rIns="91440" rtlCol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lang="ru-RU" sz="1500"/>
            </a:lvl1pPr>
          </a:lstStyle>
          <a:p>
            <a:pPr lvl="0" rt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8725162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Полилиния: Фигура 28">
            <a:extLst>
              <a:ext uri="{FF2B5EF4-FFF2-40B4-BE49-F238E27FC236}">
                <a16:creationId xmlns:a16="http://schemas.microsoft.com/office/drawing/2014/main" id="{E2DECB02-D9CE-E57A-0604-BFF41EC38AFA}"/>
              </a:ext>
            </a:extLst>
          </p:cNvPr>
          <p:cNvSpPr/>
          <p:nvPr userDrawn="1"/>
        </p:nvSpPr>
        <p:spPr>
          <a:xfrm>
            <a:off x="0" y="0"/>
            <a:ext cx="2838450" cy="2857958"/>
          </a:xfrm>
          <a:custGeom>
            <a:avLst/>
            <a:gdLst>
              <a:gd name="connsiteX0" fmla="*/ 1971005 w 2838450"/>
              <a:gd name="connsiteY0" fmla="*/ 0 h 2857958"/>
              <a:gd name="connsiteX1" fmla="*/ 2838450 w 2838450"/>
              <a:gd name="connsiteY1" fmla="*/ 0 h 2857958"/>
              <a:gd name="connsiteX2" fmla="*/ 2838450 w 2838450"/>
              <a:gd name="connsiteY2" fmla="*/ 7240 h 2857958"/>
              <a:gd name="connsiteX3" fmla="*/ 278890 w 2838450"/>
              <a:gd name="connsiteY3" fmla="*/ 2843883 h 2857958"/>
              <a:gd name="connsiteX4" fmla="*/ 0 w 2838450"/>
              <a:gd name="connsiteY4" fmla="*/ 2857958 h 2857958"/>
              <a:gd name="connsiteX5" fmla="*/ 0 w 2838450"/>
              <a:gd name="connsiteY5" fmla="*/ 1990580 h 2857958"/>
              <a:gd name="connsiteX6" fmla="*/ 190293 w 2838450"/>
              <a:gd name="connsiteY6" fmla="*/ 1980883 h 2857958"/>
              <a:gd name="connsiteX7" fmla="*/ 1960910 w 2838450"/>
              <a:gd name="connsiteY7" fmla="*/ 200390 h 2857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38450" h="2857958">
                <a:moveTo>
                  <a:pt x="1971005" y="0"/>
                </a:moveTo>
                <a:lnTo>
                  <a:pt x="2838450" y="0"/>
                </a:lnTo>
                <a:lnTo>
                  <a:pt x="2838450" y="7240"/>
                </a:lnTo>
                <a:cubicBezTo>
                  <a:pt x="2838450" y="1484015"/>
                  <a:pt x="1716931" y="2697914"/>
                  <a:pt x="278890" y="2843883"/>
                </a:cubicBezTo>
                <a:lnTo>
                  <a:pt x="0" y="2857958"/>
                </a:lnTo>
                <a:lnTo>
                  <a:pt x="0" y="1990580"/>
                </a:lnTo>
                <a:lnTo>
                  <a:pt x="190293" y="1980883"/>
                </a:lnTo>
                <a:cubicBezTo>
                  <a:pt x="1124600" y="1885128"/>
                  <a:pt x="1866185" y="1135788"/>
                  <a:pt x="1960910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/>
          </a:p>
        </p:txBody>
      </p:sp>
      <p:sp>
        <p:nvSpPr>
          <p:cNvPr id="26" name="Полилиния: Форма 25">
            <a:extLst>
              <a:ext uri="{FF2B5EF4-FFF2-40B4-BE49-F238E27FC236}">
                <a16:creationId xmlns:a16="http://schemas.microsoft.com/office/drawing/2014/main" id="{68E760EA-7D83-1DF2-A8EE-4F218084E74F}"/>
              </a:ext>
            </a:extLst>
          </p:cNvPr>
          <p:cNvSpPr/>
          <p:nvPr userDrawn="1"/>
        </p:nvSpPr>
        <p:spPr>
          <a:xfrm>
            <a:off x="1" y="-1"/>
            <a:ext cx="1970627" cy="1990267"/>
          </a:xfrm>
          <a:custGeom>
            <a:avLst/>
            <a:gdLst>
              <a:gd name="connsiteX0" fmla="*/ 0 w 1970627"/>
              <a:gd name="connsiteY0" fmla="*/ 0 h 1990267"/>
              <a:gd name="connsiteX1" fmla="*/ 1970627 w 1970627"/>
              <a:gd name="connsiteY1" fmla="*/ 0 h 1990267"/>
              <a:gd name="connsiteX2" fmla="*/ 1960534 w 1970627"/>
              <a:gd name="connsiteY2" fmla="*/ 200357 h 1990267"/>
              <a:gd name="connsiteX3" fmla="*/ 190254 w 1970627"/>
              <a:gd name="connsiteY3" fmla="*/ 1980571 h 1990267"/>
              <a:gd name="connsiteX4" fmla="*/ 0 w 1970627"/>
              <a:gd name="connsiteY4" fmla="*/ 1990267 h 1990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70627" h="1990267">
                <a:moveTo>
                  <a:pt x="0" y="0"/>
                </a:moveTo>
                <a:lnTo>
                  <a:pt x="1970627" y="0"/>
                </a:lnTo>
                <a:lnTo>
                  <a:pt x="1960534" y="200357"/>
                </a:lnTo>
                <a:cubicBezTo>
                  <a:pt x="1865827" y="1135608"/>
                  <a:pt x="1124383" y="1884831"/>
                  <a:pt x="190254" y="1980571"/>
                </a:cubicBezTo>
                <a:lnTo>
                  <a:pt x="0" y="1990267"/>
                </a:lnTo>
                <a:close/>
              </a:path>
            </a:pathLst>
          </a:custGeom>
          <a:solidFill>
            <a:srgbClr val="F5CDCE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6" name="Полилиния: фигура 15">
            <a:extLst>
              <a:ext uri="{FF2B5EF4-FFF2-40B4-BE49-F238E27FC236}">
                <a16:creationId xmlns:a16="http://schemas.microsoft.com/office/drawing/2014/main" id="{FF3F3353-78A1-F584-81A6-9513382DF18F}"/>
              </a:ext>
            </a:extLst>
          </p:cNvPr>
          <p:cNvSpPr/>
          <p:nvPr userDrawn="1"/>
        </p:nvSpPr>
        <p:spPr>
          <a:xfrm>
            <a:off x="1" y="1"/>
            <a:ext cx="1003449" cy="1013015"/>
          </a:xfrm>
          <a:custGeom>
            <a:avLst/>
            <a:gdLst>
              <a:gd name="connsiteX0" fmla="*/ 0 w 1003449"/>
              <a:gd name="connsiteY0" fmla="*/ 0 h 1013015"/>
              <a:gd name="connsiteX1" fmla="*/ 1003449 w 1003449"/>
              <a:gd name="connsiteY1" fmla="*/ 0 h 1013015"/>
              <a:gd name="connsiteX2" fmla="*/ 998306 w 1003449"/>
              <a:gd name="connsiteY2" fmla="*/ 100639 h 1013015"/>
              <a:gd name="connsiteX3" fmla="*/ 90663 w 1003449"/>
              <a:gd name="connsiteY3" fmla="*/ 1008380 h 1013015"/>
              <a:gd name="connsiteX4" fmla="*/ 0 w 1003449"/>
              <a:gd name="connsiteY4" fmla="*/ 1013015 h 1013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3449" h="1013015">
                <a:moveTo>
                  <a:pt x="0" y="0"/>
                </a:moveTo>
                <a:lnTo>
                  <a:pt x="1003449" y="0"/>
                </a:lnTo>
                <a:lnTo>
                  <a:pt x="998306" y="100639"/>
                </a:lnTo>
                <a:cubicBezTo>
                  <a:pt x="949402" y="576784"/>
                  <a:pt x="566756" y="959471"/>
                  <a:pt x="90663" y="1008380"/>
                </a:cubicBezTo>
                <a:lnTo>
                  <a:pt x="0" y="101301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lnSpc>
                <a:spcPct val="100000"/>
              </a:lnSpc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71A846E-CBB1-9805-456D-0C0B89091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0" name="Изображение 2" descr="preencoded.png">
            <a:extLst>
              <a:ext uri="{FF2B5EF4-FFF2-40B4-BE49-F238E27FC236}">
                <a16:creationId xmlns:a16="http://schemas.microsoft.com/office/drawing/2014/main" id="{790E862E-398F-571C-EC2C-3D17164DE059}"/>
              </a:ext>
            </a:extLst>
          </p:cNvPr>
          <p:cNvSpPr/>
          <p:nvPr/>
        </p:nvSpPr>
        <p:spPr>
          <a:xfrm>
            <a:off x="1458332" y="590133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31" name="Текст 2">
            <a:extLst>
              <a:ext uri="{FF2B5EF4-FFF2-40B4-BE49-F238E27FC236}">
                <a16:creationId xmlns:a16="http://schemas.microsoft.com/office/drawing/2014/main" id="{AB1DF8DE-0EED-2627-4B5E-266C0BC276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85338" y="3017520"/>
            <a:ext cx="1993392" cy="557784"/>
          </a:xfrm>
          <a:solidFill>
            <a:schemeClr val="accent3"/>
          </a:solidFill>
          <a:ln>
            <a:noFill/>
          </a:ln>
        </p:spPr>
        <p:txBody>
          <a:bodyPr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lang="ru-RU" sz="2000" b="1"/>
            </a:lvl2pPr>
            <a:lvl3pPr marL="914400" indent="0">
              <a:buNone/>
              <a:defRPr lang="ru-RU" sz="1800" b="1"/>
            </a:lvl3pPr>
            <a:lvl4pPr marL="1371600" indent="0">
              <a:buNone/>
              <a:defRPr lang="ru-RU" sz="1600" b="1"/>
            </a:lvl4pPr>
            <a:lvl5pPr marL="1828800" indent="0">
              <a:buNone/>
              <a:defRPr lang="ru-RU" sz="1600" b="1"/>
            </a:lvl5pPr>
            <a:lvl6pPr marL="2286000" indent="0">
              <a:buNone/>
              <a:defRPr lang="ru-RU" sz="1600" b="1"/>
            </a:lvl6pPr>
            <a:lvl7pPr marL="2743200" indent="0">
              <a:buNone/>
              <a:defRPr lang="ru-RU" sz="1600" b="1"/>
            </a:lvl7pPr>
            <a:lvl8pPr marL="3200400" indent="0">
              <a:buNone/>
              <a:defRPr lang="ru-RU" sz="1600" b="1"/>
            </a:lvl8pPr>
            <a:lvl9pPr marL="3657600" indent="0">
              <a:buNone/>
              <a:defRPr lang="ru-RU" sz="1600" b="1"/>
            </a:lvl9pPr>
          </a:lstStyle>
          <a:p>
            <a:pPr lvl="0" rtl="0"/>
            <a:r>
              <a:rPr lang="ru-RU"/>
              <a:t>МММ ГГГГ</a:t>
            </a:r>
          </a:p>
        </p:txBody>
      </p:sp>
      <p:sp>
        <p:nvSpPr>
          <p:cNvPr id="32" name="Текст 4">
            <a:extLst>
              <a:ext uri="{FF2B5EF4-FFF2-40B4-BE49-F238E27FC236}">
                <a16:creationId xmlns:a16="http://schemas.microsoft.com/office/drawing/2014/main" id="{5AE99EEE-38C4-CB2D-EEA0-8A2EB6F129E4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2900911" y="3017520"/>
            <a:ext cx="1993392" cy="557784"/>
          </a:xfrm>
          <a:solidFill>
            <a:schemeClr val="accent1"/>
          </a:solidFill>
          <a:ln>
            <a:noFill/>
          </a:ln>
        </p:spPr>
        <p:txBody>
          <a:bodyPr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lang="ru-RU" sz="2000" b="1"/>
            </a:lvl2pPr>
            <a:lvl3pPr marL="914400" indent="0">
              <a:buNone/>
              <a:defRPr lang="ru-RU" sz="1800" b="1"/>
            </a:lvl3pPr>
            <a:lvl4pPr marL="1371600" indent="0">
              <a:buNone/>
              <a:defRPr lang="ru-RU" sz="1600" b="1"/>
            </a:lvl4pPr>
            <a:lvl5pPr marL="1828800" indent="0">
              <a:buNone/>
              <a:defRPr lang="ru-RU" sz="1600" b="1"/>
            </a:lvl5pPr>
            <a:lvl6pPr marL="2286000" indent="0">
              <a:buNone/>
              <a:defRPr lang="ru-RU" sz="1600" b="1"/>
            </a:lvl6pPr>
            <a:lvl7pPr marL="2743200" indent="0">
              <a:buNone/>
              <a:defRPr lang="ru-RU" sz="1600" b="1"/>
            </a:lvl7pPr>
            <a:lvl8pPr marL="3200400" indent="0">
              <a:buNone/>
              <a:defRPr lang="ru-RU" sz="1600" b="1"/>
            </a:lvl8pPr>
            <a:lvl9pPr marL="3657600" indent="0">
              <a:buNone/>
              <a:defRPr lang="ru-RU" sz="1600" b="1"/>
            </a:lvl9pPr>
          </a:lstStyle>
          <a:p>
            <a:pPr lvl="0" rtl="0"/>
            <a:r>
              <a:rPr lang="ru-RU"/>
              <a:t>МММ ГГГГ</a:t>
            </a:r>
          </a:p>
        </p:txBody>
      </p:sp>
      <p:sp>
        <p:nvSpPr>
          <p:cNvPr id="33" name="Текст 4">
            <a:extLst>
              <a:ext uri="{FF2B5EF4-FFF2-40B4-BE49-F238E27FC236}">
                <a16:creationId xmlns:a16="http://schemas.microsoft.com/office/drawing/2014/main" id="{AA90F0AE-69F4-EBD3-AED1-81E98D3481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16484" y="3017520"/>
            <a:ext cx="1993392" cy="557784"/>
          </a:xfrm>
          <a:solidFill>
            <a:schemeClr val="accent3"/>
          </a:solidFill>
          <a:ln>
            <a:noFill/>
          </a:ln>
        </p:spPr>
        <p:txBody>
          <a:bodyPr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lang="ru-RU" sz="2000" b="1"/>
            </a:lvl2pPr>
            <a:lvl3pPr marL="914400" indent="0">
              <a:buNone/>
              <a:defRPr lang="ru-RU" sz="1800" b="1"/>
            </a:lvl3pPr>
            <a:lvl4pPr marL="1371600" indent="0">
              <a:buNone/>
              <a:defRPr lang="ru-RU" sz="1600" b="1"/>
            </a:lvl4pPr>
            <a:lvl5pPr marL="1828800" indent="0">
              <a:buNone/>
              <a:defRPr lang="ru-RU" sz="1600" b="1"/>
            </a:lvl5pPr>
            <a:lvl6pPr marL="2286000" indent="0">
              <a:buNone/>
              <a:defRPr lang="ru-RU" sz="1600" b="1"/>
            </a:lvl6pPr>
            <a:lvl7pPr marL="2743200" indent="0">
              <a:buNone/>
              <a:defRPr lang="ru-RU" sz="1600" b="1"/>
            </a:lvl7pPr>
            <a:lvl8pPr marL="3200400" indent="0">
              <a:buNone/>
              <a:defRPr lang="ru-RU" sz="1600" b="1"/>
            </a:lvl8pPr>
            <a:lvl9pPr marL="3657600" indent="0">
              <a:buNone/>
              <a:defRPr lang="ru-RU" sz="1600" b="1"/>
            </a:lvl9pPr>
          </a:lstStyle>
          <a:p>
            <a:pPr lvl="0" rtl="0"/>
            <a:r>
              <a:rPr lang="ru-RU"/>
              <a:t>МММ ГГГГ</a:t>
            </a:r>
          </a:p>
        </p:txBody>
      </p:sp>
      <p:sp>
        <p:nvSpPr>
          <p:cNvPr id="34" name="Текст 4">
            <a:extLst>
              <a:ext uri="{FF2B5EF4-FFF2-40B4-BE49-F238E27FC236}">
                <a16:creationId xmlns:a16="http://schemas.microsoft.com/office/drawing/2014/main" id="{F9E49243-B04A-D7AF-B4C7-8E1AE776F8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32057" y="3017520"/>
            <a:ext cx="1993392" cy="557784"/>
          </a:xfrm>
          <a:solidFill>
            <a:schemeClr val="accent1"/>
          </a:solidFill>
          <a:ln>
            <a:noFill/>
          </a:ln>
        </p:spPr>
        <p:txBody>
          <a:bodyPr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lang="ru-RU" sz="2000" b="1"/>
            </a:lvl2pPr>
            <a:lvl3pPr marL="914400" indent="0">
              <a:buNone/>
              <a:defRPr lang="ru-RU" sz="1800" b="1"/>
            </a:lvl3pPr>
            <a:lvl4pPr marL="1371600" indent="0">
              <a:buNone/>
              <a:defRPr lang="ru-RU" sz="1600" b="1"/>
            </a:lvl4pPr>
            <a:lvl5pPr marL="1828800" indent="0">
              <a:buNone/>
              <a:defRPr lang="ru-RU" sz="1600" b="1"/>
            </a:lvl5pPr>
            <a:lvl6pPr marL="2286000" indent="0">
              <a:buNone/>
              <a:defRPr lang="ru-RU" sz="1600" b="1"/>
            </a:lvl6pPr>
            <a:lvl7pPr marL="2743200" indent="0">
              <a:buNone/>
              <a:defRPr lang="ru-RU" sz="1600" b="1"/>
            </a:lvl7pPr>
            <a:lvl8pPr marL="3200400" indent="0">
              <a:buNone/>
              <a:defRPr lang="ru-RU" sz="1600" b="1"/>
            </a:lvl8pPr>
            <a:lvl9pPr marL="3657600" indent="0">
              <a:buNone/>
              <a:defRPr lang="ru-RU" sz="1600" b="1"/>
            </a:lvl9pPr>
          </a:lstStyle>
          <a:p>
            <a:pPr lvl="0" rtl="0"/>
            <a:r>
              <a:rPr lang="ru-RU"/>
              <a:t>МММ ГГГГ</a:t>
            </a:r>
          </a:p>
        </p:txBody>
      </p:sp>
      <p:sp>
        <p:nvSpPr>
          <p:cNvPr id="35" name="Текст 4">
            <a:extLst>
              <a:ext uri="{FF2B5EF4-FFF2-40B4-BE49-F238E27FC236}">
                <a16:creationId xmlns:a16="http://schemas.microsoft.com/office/drawing/2014/main" id="{4780DCD4-46DE-8C31-9F39-FC6E45FC1E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47629" y="3017520"/>
            <a:ext cx="1993392" cy="557784"/>
          </a:xfrm>
          <a:solidFill>
            <a:schemeClr val="accent3"/>
          </a:solidFill>
          <a:ln>
            <a:noFill/>
          </a:ln>
        </p:spPr>
        <p:txBody>
          <a:bodyPr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lang="ru-RU" sz="2000" b="1"/>
            </a:lvl2pPr>
            <a:lvl3pPr marL="914400" indent="0">
              <a:buNone/>
              <a:defRPr lang="ru-RU" sz="1800" b="1"/>
            </a:lvl3pPr>
            <a:lvl4pPr marL="1371600" indent="0">
              <a:buNone/>
              <a:defRPr lang="ru-RU" sz="1600" b="1"/>
            </a:lvl4pPr>
            <a:lvl5pPr marL="1828800" indent="0">
              <a:buNone/>
              <a:defRPr lang="ru-RU" sz="1600" b="1"/>
            </a:lvl5pPr>
            <a:lvl6pPr marL="2286000" indent="0">
              <a:buNone/>
              <a:defRPr lang="ru-RU" sz="1600" b="1"/>
            </a:lvl6pPr>
            <a:lvl7pPr marL="2743200" indent="0">
              <a:buNone/>
              <a:defRPr lang="ru-RU" sz="1600" b="1"/>
            </a:lvl7pPr>
            <a:lvl8pPr marL="3200400" indent="0">
              <a:buNone/>
              <a:defRPr lang="ru-RU" sz="1600" b="1"/>
            </a:lvl8pPr>
            <a:lvl9pPr marL="3657600" indent="0">
              <a:buNone/>
              <a:defRPr lang="ru-RU" sz="1600" b="1"/>
            </a:lvl9pPr>
          </a:lstStyle>
          <a:p>
            <a:pPr lvl="0" rtl="0"/>
            <a:r>
              <a:rPr lang="ru-RU"/>
              <a:t>МММ ГГГГ</a:t>
            </a:r>
          </a:p>
        </p:txBody>
      </p:sp>
      <p:sp>
        <p:nvSpPr>
          <p:cNvPr id="36" name="Текст 51">
            <a:extLst>
              <a:ext uri="{FF2B5EF4-FFF2-40B4-BE49-F238E27FC236}">
                <a16:creationId xmlns:a16="http://schemas.microsoft.com/office/drawing/2014/main" id="{9FBDF935-4925-03EC-CBC9-1EBA90DF849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5338" y="4745736"/>
            <a:ext cx="1993392" cy="795528"/>
          </a:xfrm>
          <a:noFill/>
        </p:spPr>
        <p:txBody>
          <a:bodyPr lIns="0" rIns="0" rtlCol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lang="ru-RU" sz="1500"/>
            </a:lvl1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37" name="Текст 51">
            <a:extLst>
              <a:ext uri="{FF2B5EF4-FFF2-40B4-BE49-F238E27FC236}">
                <a16:creationId xmlns:a16="http://schemas.microsoft.com/office/drawing/2014/main" id="{9BB76AA7-442D-54A7-D075-C67F4743896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00911" y="4745736"/>
            <a:ext cx="1993392" cy="795528"/>
          </a:xfrm>
          <a:noFill/>
        </p:spPr>
        <p:txBody>
          <a:bodyPr lIns="0" rIns="0" rtlCol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lang="ru-RU" sz="1500"/>
            </a:lvl1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38" name="Текст 51">
            <a:extLst>
              <a:ext uri="{FF2B5EF4-FFF2-40B4-BE49-F238E27FC236}">
                <a16:creationId xmlns:a16="http://schemas.microsoft.com/office/drawing/2014/main" id="{9E419856-1586-F2D8-A1B4-F67FEE9839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16484" y="4745736"/>
            <a:ext cx="1993392" cy="795528"/>
          </a:xfrm>
          <a:noFill/>
        </p:spPr>
        <p:txBody>
          <a:bodyPr lIns="0" rIns="0" rtlCol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lang="ru-RU" sz="1500"/>
            </a:lvl1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39" name="Текст 51">
            <a:extLst>
              <a:ext uri="{FF2B5EF4-FFF2-40B4-BE49-F238E27FC236}">
                <a16:creationId xmlns:a16="http://schemas.microsoft.com/office/drawing/2014/main" id="{AED74DD2-EAE3-76BF-56B9-C04FCED1F2D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32057" y="4745736"/>
            <a:ext cx="1993392" cy="795528"/>
          </a:xfrm>
          <a:noFill/>
        </p:spPr>
        <p:txBody>
          <a:bodyPr lIns="0" rIns="0" rtlCol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lang="ru-RU" sz="1500"/>
            </a:lvl1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40" name="Текст 51">
            <a:extLst>
              <a:ext uri="{FF2B5EF4-FFF2-40B4-BE49-F238E27FC236}">
                <a16:creationId xmlns:a16="http://schemas.microsoft.com/office/drawing/2014/main" id="{0A39AD48-2F98-C0C9-DE08-CED7EBF816B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547629" y="4745736"/>
            <a:ext cx="1993392" cy="795528"/>
          </a:xfrm>
          <a:noFill/>
        </p:spPr>
        <p:txBody>
          <a:bodyPr lIns="0" rIns="0" rtlCol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lang="ru-RU" sz="1500"/>
            </a:lvl1pPr>
          </a:lstStyle>
          <a:p>
            <a:pPr lvl="0" rtl="0"/>
            <a:r>
              <a:rPr lang="ru-RU"/>
              <a:t>Образец текста</a:t>
            </a:r>
          </a:p>
        </p:txBody>
      </p: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E6BE61D7-B0A3-902B-4F58-727982880EF5}"/>
              </a:ext>
            </a:extLst>
          </p:cNvPr>
          <p:cNvCxnSpPr>
            <a:cxnSpLocks/>
          </p:cNvCxnSpPr>
          <p:nvPr userDrawn="1"/>
        </p:nvCxnSpPr>
        <p:spPr>
          <a:xfrm>
            <a:off x="739398" y="4187681"/>
            <a:ext cx="10812360" cy="0"/>
          </a:xfrm>
          <a:prstGeom prst="line">
            <a:avLst/>
          </a:prstGeom>
          <a:ln w="127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0335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6784" y="1243584"/>
            <a:ext cx="8165592" cy="768096"/>
          </a:xfrm>
        </p:spPr>
        <p:txBody>
          <a:bodyPr rtlCol="0">
            <a:noAutofit/>
          </a:bodyPr>
          <a:lstStyle>
            <a:lvl1pPr algn="l">
              <a:lnSpc>
                <a:spcPct val="100000"/>
              </a:lnSpc>
              <a:defRPr lang="ru-RU"/>
            </a:lvl1pPr>
          </a:lstStyle>
          <a:p>
            <a:pPr rtl="0"/>
            <a:r>
              <a:rPr lang="ru-RU"/>
              <a:t>Образец заголовка</a:t>
            </a:r>
          </a:p>
        </p:txBody>
      </p:sp>
      <p:sp>
        <p:nvSpPr>
          <p:cNvPr id="11" name="Изображение 0" descr="preencoded.png">
            <a:extLst>
              <a:ext uri="{FF2B5EF4-FFF2-40B4-BE49-F238E27FC236}">
                <a16:creationId xmlns:a16="http://schemas.microsoft.com/office/drawing/2014/main" id="{CD2D664E-6702-6607-A37E-2E996144917C}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13" name="Изображение 1" descr="preencoded.png">
            <a:extLst>
              <a:ext uri="{FF2B5EF4-FFF2-40B4-BE49-F238E27FC236}">
                <a16:creationId xmlns:a16="http://schemas.microsoft.com/office/drawing/2014/main" id="{951C5737-DF7E-D671-AC74-9E488335BC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Полилиния: фигура 38">
            <a:extLst>
              <a:ext uri="{FF2B5EF4-FFF2-40B4-BE49-F238E27FC236}">
                <a16:creationId xmlns:a16="http://schemas.microsoft.com/office/drawing/2014/main" id="{F232A1E1-DD38-15EA-6CA1-A84950EC43F0}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7" name="Изображение 5" descr="preencoded.png">
            <a:extLst>
              <a:ext uri="{FF2B5EF4-FFF2-40B4-BE49-F238E27FC236}">
                <a16:creationId xmlns:a16="http://schemas.microsoft.com/office/drawing/2014/main" id="{B9036D42-A06F-E6EE-BB91-8BAF045198BE}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19" name="Изображение 6" descr="preencoded.png">
            <a:extLst>
              <a:ext uri="{FF2B5EF4-FFF2-40B4-BE49-F238E27FC236}">
                <a16:creationId xmlns:a16="http://schemas.microsoft.com/office/drawing/2014/main" id="{86E0540C-3355-A50D-AC61-047B54B70C6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977640" y="2330704"/>
            <a:ext cx="3822192" cy="411480"/>
          </a:xfrm>
        </p:spPr>
        <p:txBody>
          <a:bodyPr rtlCol="0" anchor="t">
            <a:noAutofit/>
          </a:bodyPr>
          <a:lstStyle>
            <a:lvl1pPr marL="0" indent="0">
              <a:spcBef>
                <a:spcPts val="0"/>
              </a:spcBef>
              <a:buNone/>
              <a:defRPr lang="ru-RU" sz="1800" b="1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lang="ru-RU" sz="2000" b="1"/>
            </a:lvl2pPr>
            <a:lvl3pPr marL="914400" indent="0">
              <a:buNone/>
              <a:defRPr lang="ru-RU" sz="1800" b="1"/>
            </a:lvl3pPr>
            <a:lvl4pPr marL="1371600" indent="0">
              <a:buNone/>
              <a:defRPr lang="ru-RU" sz="1600" b="1"/>
            </a:lvl4pPr>
            <a:lvl5pPr marL="1828800" indent="0">
              <a:buNone/>
              <a:defRPr lang="ru-RU" sz="1600" b="1"/>
            </a:lvl5pPr>
            <a:lvl6pPr marL="2286000" indent="0">
              <a:buNone/>
              <a:defRPr lang="ru-RU" sz="1600" b="1"/>
            </a:lvl6pPr>
            <a:lvl7pPr marL="2743200" indent="0">
              <a:buNone/>
              <a:defRPr lang="ru-RU" sz="1600" b="1"/>
            </a:lvl7pPr>
            <a:lvl8pPr marL="3200400" indent="0">
              <a:buNone/>
              <a:defRPr lang="ru-RU" sz="1600" b="1"/>
            </a:lvl8pPr>
            <a:lvl9pPr marL="3657600" indent="0">
              <a:buNone/>
              <a:defRPr lang="ru-RU"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3685032" y="2877312"/>
            <a:ext cx="3741928" cy="3684588"/>
          </a:xfrm>
        </p:spPr>
        <p:txBody>
          <a:bodyPr lIns="45720" rIns="45720" bIns="45720" rtlCol="0">
            <a:noAutofit/>
          </a:bodyPr>
          <a:lstStyle>
            <a:lvl1pPr>
              <a:defRPr lang="ru-RU" sz="1500"/>
            </a:lvl1pPr>
            <a:lvl2pPr>
              <a:defRPr lang="ru-RU" sz="1300"/>
            </a:lvl2pPr>
            <a:lvl3pPr>
              <a:defRPr lang="ru-RU" sz="1200"/>
            </a:lvl3pPr>
            <a:lvl4pPr>
              <a:defRPr lang="ru-RU" sz="1200"/>
            </a:lvl4pPr>
            <a:lvl5pPr>
              <a:defRPr lang="ru-RU" sz="1200"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8046720" y="2330704"/>
            <a:ext cx="3822192" cy="411480"/>
          </a:xfrm>
        </p:spPr>
        <p:txBody>
          <a:bodyPr rtlCol="0" anchor="t">
            <a:noAutofit/>
          </a:bodyPr>
          <a:lstStyle>
            <a:lvl1pPr marL="0" indent="0">
              <a:spcBef>
                <a:spcPts val="0"/>
              </a:spcBef>
              <a:buNone/>
              <a:defRPr lang="ru-RU" sz="1800" b="1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lang="ru-RU" sz="2000" b="1"/>
            </a:lvl2pPr>
            <a:lvl3pPr marL="914400" indent="0">
              <a:buNone/>
              <a:defRPr lang="ru-RU" sz="1800" b="1"/>
            </a:lvl3pPr>
            <a:lvl4pPr marL="1371600" indent="0">
              <a:buNone/>
              <a:defRPr lang="ru-RU" sz="1600" b="1"/>
            </a:lvl4pPr>
            <a:lvl5pPr marL="1828800" indent="0">
              <a:buNone/>
              <a:defRPr lang="ru-RU" sz="1600" b="1"/>
            </a:lvl5pPr>
            <a:lvl6pPr marL="2286000" indent="0">
              <a:buNone/>
              <a:defRPr lang="ru-RU" sz="1600" b="1"/>
            </a:lvl6pPr>
            <a:lvl7pPr marL="2743200" indent="0">
              <a:buNone/>
              <a:defRPr lang="ru-RU" sz="1600" b="1"/>
            </a:lvl7pPr>
            <a:lvl8pPr marL="3200400" indent="0">
              <a:buNone/>
              <a:defRPr lang="ru-RU" sz="1600" b="1"/>
            </a:lvl8pPr>
            <a:lvl9pPr marL="3657600" indent="0">
              <a:buNone/>
              <a:defRPr lang="ru-RU"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7754112" y="2877312"/>
            <a:ext cx="3741928" cy="3684588"/>
          </a:xfrm>
        </p:spPr>
        <p:txBody>
          <a:bodyPr lIns="45720" rIns="45720" bIns="45720" rtlCol="0">
            <a:noAutofit/>
          </a:bodyPr>
          <a:lstStyle>
            <a:lvl1pPr>
              <a:defRPr lang="ru-RU" sz="1500"/>
            </a:lvl1pPr>
            <a:lvl2pPr>
              <a:defRPr lang="ru-RU" sz="1300"/>
            </a:lvl2pPr>
            <a:lvl3pPr>
              <a:defRPr lang="ru-RU" sz="1200"/>
            </a:lvl3pPr>
            <a:lvl4pPr>
              <a:defRPr lang="ru-RU" sz="1200"/>
            </a:lvl4pPr>
            <a:lvl5pPr>
              <a:defRPr lang="ru-RU" sz="1200"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dirty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710313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 столб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445A0A-815D-3414-088B-C041E6742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1234440"/>
            <a:ext cx="10671048" cy="768096"/>
          </a:xfrm>
        </p:spPr>
        <p:txBody>
          <a:bodyPr rtlCol="0">
            <a:noAutofit/>
          </a:bodyPr>
          <a:lstStyle>
            <a:lvl1pPr>
              <a:lnSpc>
                <a:spcPct val="100000"/>
              </a:lnSpc>
              <a:defRPr lang="ru-RU"/>
            </a:lvl1pPr>
          </a:lstStyle>
          <a:p>
            <a:pPr rtl="0"/>
            <a:r>
              <a:rPr lang="ru-RU"/>
              <a:t>Образец заголовка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17B5E29-6335-83BC-FA01-FAE422D26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/>
              <a:t>Заголовок презентации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36476D1-B61A-E9FD-E266-768B405CC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6" name="Текст 2">
            <a:extLst>
              <a:ext uri="{FF2B5EF4-FFF2-40B4-BE49-F238E27FC236}">
                <a16:creationId xmlns:a16="http://schemas.microsoft.com/office/drawing/2014/main" id="{C025625F-8274-840F-6DD8-D36687CB8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3232" y="2743200"/>
            <a:ext cx="3328416" cy="3557016"/>
          </a:xfrm>
          <a:noFill/>
          <a:ln w="12700">
            <a:solidFill>
              <a:schemeClr val="accent3"/>
            </a:solidFill>
          </a:ln>
        </p:spPr>
        <p:txBody>
          <a:bodyPr tIns="685800" rtlCol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lang="ru-RU" sz="2000" b="1"/>
            </a:lvl2pPr>
            <a:lvl3pPr marL="914400" indent="0">
              <a:buNone/>
              <a:defRPr lang="ru-RU" sz="1800" b="1"/>
            </a:lvl3pPr>
            <a:lvl4pPr marL="1371600" indent="0">
              <a:buNone/>
              <a:defRPr lang="ru-RU" sz="1600" b="1"/>
            </a:lvl4pPr>
            <a:lvl5pPr marL="1828800" indent="0">
              <a:buNone/>
              <a:defRPr lang="ru-RU" sz="1600" b="1"/>
            </a:lvl5pPr>
            <a:lvl6pPr marL="2286000" indent="0">
              <a:buNone/>
              <a:defRPr lang="ru-RU" sz="1600" b="1"/>
            </a:lvl6pPr>
            <a:lvl7pPr marL="2743200" indent="0">
              <a:buNone/>
              <a:defRPr lang="ru-RU" sz="1600" b="1"/>
            </a:lvl7pPr>
            <a:lvl8pPr marL="3200400" indent="0">
              <a:buNone/>
              <a:defRPr lang="ru-RU" sz="1600" b="1"/>
            </a:lvl8pPr>
            <a:lvl9pPr marL="3657600" indent="0">
              <a:buNone/>
              <a:defRPr lang="ru-RU"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64" name="Рисунок 62">
            <a:extLst>
              <a:ext uri="{FF2B5EF4-FFF2-40B4-BE49-F238E27FC236}">
                <a16:creationId xmlns:a16="http://schemas.microsoft.com/office/drawing/2014/main" id="{2F18FBB7-2D21-7954-1324-C7D3BFE5C85D}"/>
              </a:ext>
            </a:extLst>
          </p:cNvPr>
          <p:cNvSpPr>
            <a:spLocks noGrp="1" noChangeAspect="1"/>
          </p:cNvSpPr>
          <p:nvPr>
            <p:ph type="pic" sz="quarter" idx="23"/>
          </p:nvPr>
        </p:nvSpPr>
        <p:spPr>
          <a:xfrm>
            <a:off x="1911096" y="2258568"/>
            <a:ext cx="932688" cy="932688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lang="ru-RU" sz="900"/>
            </a:lvl1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52" name="Текст 51">
            <a:extLst>
              <a:ext uri="{FF2B5EF4-FFF2-40B4-BE49-F238E27FC236}">
                <a16:creationId xmlns:a16="http://schemas.microsoft.com/office/drawing/2014/main" id="{2EF54C35-5F8E-4E0A-AB4D-97E38121910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92124" y="3950208"/>
            <a:ext cx="2770632" cy="2206752"/>
          </a:xfrm>
          <a:noFill/>
        </p:spPr>
        <p:txBody>
          <a:bodyPr lIns="91440" rIns="91440" rtlCol="0" anchor="t">
            <a:noAutofit/>
          </a:bodyPr>
          <a:lstStyle>
            <a:lvl1pPr marL="347472" indent="-347472" algn="l">
              <a:spcBef>
                <a:spcPts val="360"/>
              </a:spcBef>
              <a:buFont typeface="Arial" panose="020B0604020202020204" pitchFamily="34" charset="0"/>
              <a:buChar char="•"/>
              <a:defRPr lang="ru-RU" sz="1500"/>
            </a:lvl1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49" name="Текст 4">
            <a:extLst>
              <a:ext uri="{FF2B5EF4-FFF2-40B4-BE49-F238E27FC236}">
                <a16:creationId xmlns:a16="http://schemas.microsoft.com/office/drawing/2014/main" id="{084A0326-A0B8-1723-B8BA-B015344F2D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43984" y="2743200"/>
            <a:ext cx="3328416" cy="3557016"/>
          </a:xfrm>
          <a:noFill/>
          <a:ln w="12700">
            <a:solidFill>
              <a:schemeClr val="accent1"/>
            </a:solidFill>
          </a:ln>
        </p:spPr>
        <p:txBody>
          <a:bodyPr tIns="685800" rtlCol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lang="ru-RU" sz="2000" b="1"/>
            </a:lvl2pPr>
            <a:lvl3pPr marL="914400" indent="0">
              <a:buNone/>
              <a:defRPr lang="ru-RU" sz="1800" b="1"/>
            </a:lvl3pPr>
            <a:lvl4pPr marL="1371600" indent="0">
              <a:buNone/>
              <a:defRPr lang="ru-RU" sz="1600" b="1"/>
            </a:lvl4pPr>
            <a:lvl5pPr marL="1828800" indent="0">
              <a:buNone/>
              <a:defRPr lang="ru-RU" sz="1600" b="1"/>
            </a:lvl5pPr>
            <a:lvl6pPr marL="2286000" indent="0">
              <a:buNone/>
              <a:defRPr lang="ru-RU" sz="1600" b="1"/>
            </a:lvl6pPr>
            <a:lvl7pPr marL="2743200" indent="0">
              <a:buNone/>
              <a:defRPr lang="ru-RU" sz="1600" b="1"/>
            </a:lvl7pPr>
            <a:lvl8pPr marL="3200400" indent="0">
              <a:buNone/>
              <a:defRPr lang="ru-RU" sz="1600" b="1"/>
            </a:lvl8pPr>
            <a:lvl9pPr marL="3657600" indent="0">
              <a:buNone/>
              <a:defRPr lang="ru-RU"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66" name="Рисунок 62">
            <a:extLst>
              <a:ext uri="{FF2B5EF4-FFF2-40B4-BE49-F238E27FC236}">
                <a16:creationId xmlns:a16="http://schemas.microsoft.com/office/drawing/2014/main" id="{139354A0-F5DF-3AC5-5E8B-A41146C26F3C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5641848" y="2258568"/>
            <a:ext cx="932688" cy="9326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lang="ru-RU" sz="900"/>
            </a:lvl1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60" name="Текст 51">
            <a:extLst>
              <a:ext uri="{FF2B5EF4-FFF2-40B4-BE49-F238E27FC236}">
                <a16:creationId xmlns:a16="http://schemas.microsoft.com/office/drawing/2014/main" id="{E9730E82-F317-686A-8777-D81705BCC70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22876" y="3950208"/>
            <a:ext cx="2770632" cy="2206752"/>
          </a:xfrm>
          <a:noFill/>
        </p:spPr>
        <p:txBody>
          <a:bodyPr lIns="91440" rIns="91440" rtlCol="0" anchor="t">
            <a:noAutofit/>
          </a:bodyPr>
          <a:lstStyle>
            <a:lvl1pPr marL="347472" indent="-347472" algn="l">
              <a:spcBef>
                <a:spcPts val="360"/>
              </a:spcBef>
              <a:buFont typeface="Arial" panose="020B0604020202020204" pitchFamily="34" charset="0"/>
              <a:buChar char="•"/>
              <a:defRPr lang="ru-RU" sz="1500"/>
            </a:lvl1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50" name="Текст 4">
            <a:extLst>
              <a:ext uri="{FF2B5EF4-FFF2-40B4-BE49-F238E27FC236}">
                <a16:creationId xmlns:a16="http://schemas.microsoft.com/office/drawing/2014/main" id="{0E3B57F3-1903-446F-D989-D6CA342D08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092440" y="2743200"/>
            <a:ext cx="3328416" cy="3557016"/>
          </a:xfrm>
          <a:noFill/>
          <a:ln w="12700">
            <a:solidFill>
              <a:schemeClr val="accent4"/>
            </a:solidFill>
          </a:ln>
        </p:spPr>
        <p:txBody>
          <a:bodyPr tIns="685800" rtlCol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lang="ru-RU" sz="2000" b="1"/>
            </a:lvl2pPr>
            <a:lvl3pPr marL="914400" indent="0">
              <a:buNone/>
              <a:defRPr lang="ru-RU" sz="1800" b="1"/>
            </a:lvl3pPr>
            <a:lvl4pPr marL="1371600" indent="0">
              <a:buNone/>
              <a:defRPr lang="ru-RU" sz="1600" b="1"/>
            </a:lvl4pPr>
            <a:lvl5pPr marL="1828800" indent="0">
              <a:buNone/>
              <a:defRPr lang="ru-RU" sz="1600" b="1"/>
            </a:lvl5pPr>
            <a:lvl6pPr marL="2286000" indent="0">
              <a:buNone/>
              <a:defRPr lang="ru-RU" sz="1600" b="1"/>
            </a:lvl6pPr>
            <a:lvl7pPr marL="2743200" indent="0">
              <a:buNone/>
              <a:defRPr lang="ru-RU" sz="1600" b="1"/>
            </a:lvl7pPr>
            <a:lvl8pPr marL="3200400" indent="0">
              <a:buNone/>
              <a:defRPr lang="ru-RU" sz="1600" b="1"/>
            </a:lvl8pPr>
            <a:lvl9pPr marL="3657600" indent="0">
              <a:buNone/>
              <a:defRPr lang="ru-RU"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65" name="Рисунок 62">
            <a:extLst>
              <a:ext uri="{FF2B5EF4-FFF2-40B4-BE49-F238E27FC236}">
                <a16:creationId xmlns:a16="http://schemas.microsoft.com/office/drawing/2014/main" id="{D5BF3A8A-72F1-392E-855B-5B36E244A7FD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9290304" y="2258568"/>
            <a:ext cx="932688" cy="932688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lang="ru-RU" sz="900"/>
            </a:lvl1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61" name="Текст 51">
            <a:extLst>
              <a:ext uri="{FF2B5EF4-FFF2-40B4-BE49-F238E27FC236}">
                <a16:creationId xmlns:a16="http://schemas.microsoft.com/office/drawing/2014/main" id="{2AED5DDC-3165-FA12-0310-E3545223E29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371332" y="3950208"/>
            <a:ext cx="2770632" cy="2206752"/>
          </a:xfrm>
          <a:noFill/>
        </p:spPr>
        <p:txBody>
          <a:bodyPr lIns="91440" rIns="91440" rtlCol="0" anchor="t">
            <a:noAutofit/>
          </a:bodyPr>
          <a:lstStyle>
            <a:lvl1pPr marL="347472" indent="-347472" algn="l">
              <a:spcBef>
                <a:spcPts val="360"/>
              </a:spcBef>
              <a:buFont typeface="Arial" panose="020B0604020202020204" pitchFamily="34" charset="0"/>
              <a:buChar char="•"/>
              <a:defRPr lang="ru-RU" sz="1500"/>
            </a:lvl1pPr>
          </a:lstStyle>
          <a:p>
            <a:pPr lvl="0" rt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2689541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Свод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Изображение 2" descr="preencoded.png">
            <a:extLst>
              <a:ext uri="{FF2B5EF4-FFF2-40B4-BE49-F238E27FC236}">
                <a16:creationId xmlns:a16="http://schemas.microsoft.com/office/drawing/2014/main" id="{ABC388A2-FFC7-1A87-02FB-C97B50161FD3}"/>
              </a:ext>
            </a:extLst>
          </p:cNvPr>
          <p:cNvSpPr/>
          <p:nvPr/>
        </p:nvSpPr>
        <p:spPr>
          <a:xfrm>
            <a:off x="8758238" y="-14287"/>
            <a:ext cx="3433763" cy="3452812"/>
          </a:xfrm>
          <a:custGeom>
            <a:avLst/>
            <a:gdLst>
              <a:gd name="connsiteX0" fmla="*/ 3433763 w 3433763"/>
              <a:gd name="connsiteY0" fmla="*/ 0 h 3452812"/>
              <a:gd name="connsiteX1" fmla="*/ 3433763 w 3433763"/>
              <a:gd name="connsiteY1" fmla="*/ 3452813 h 3452812"/>
              <a:gd name="connsiteX2" fmla="*/ 0 w 3433763"/>
              <a:gd name="connsiteY2" fmla="*/ 3452813 h 3452812"/>
              <a:gd name="connsiteX3" fmla="*/ 3433763 w 3433763"/>
              <a:gd name="connsiteY3" fmla="*/ 0 h 3452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3763" h="3452812">
                <a:moveTo>
                  <a:pt x="3433763" y="0"/>
                </a:moveTo>
                <a:lnTo>
                  <a:pt x="3433763" y="3452813"/>
                </a:lnTo>
                <a:lnTo>
                  <a:pt x="0" y="3452813"/>
                </a:lnTo>
                <a:cubicBezTo>
                  <a:pt x="0" y="1545912"/>
                  <a:pt x="1537383" y="0"/>
                  <a:pt x="3433763" y="0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5" name="Изображение 3" descr="preencoded.png">
            <a:extLst>
              <a:ext uri="{FF2B5EF4-FFF2-40B4-BE49-F238E27FC236}">
                <a16:creationId xmlns:a16="http://schemas.microsoft.com/office/drawing/2014/main" id="{D64C4994-B525-F4C0-B74F-D5E8296DFC43}"/>
              </a:ext>
            </a:extLst>
          </p:cNvPr>
          <p:cNvSpPr/>
          <p:nvPr/>
        </p:nvSpPr>
        <p:spPr>
          <a:xfrm>
            <a:off x="8758238" y="3438525"/>
            <a:ext cx="3433763" cy="3433762"/>
          </a:xfrm>
          <a:custGeom>
            <a:avLst/>
            <a:gdLst>
              <a:gd name="connsiteX0" fmla="*/ 0 w 3433763"/>
              <a:gd name="connsiteY0" fmla="*/ 0 h 3433762"/>
              <a:gd name="connsiteX1" fmla="*/ 3433763 w 3433763"/>
              <a:gd name="connsiteY1" fmla="*/ 0 h 3433762"/>
              <a:gd name="connsiteX2" fmla="*/ 3433763 w 3433763"/>
              <a:gd name="connsiteY2" fmla="*/ 3433763 h 3433762"/>
              <a:gd name="connsiteX3" fmla="*/ 0 w 3433763"/>
              <a:gd name="connsiteY3" fmla="*/ 0 h 3433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3763" h="3433762">
                <a:moveTo>
                  <a:pt x="0" y="0"/>
                </a:moveTo>
                <a:lnTo>
                  <a:pt x="3433763" y="0"/>
                </a:lnTo>
                <a:lnTo>
                  <a:pt x="3433763" y="3433763"/>
                </a:lnTo>
                <a:cubicBezTo>
                  <a:pt x="1537383" y="3433763"/>
                  <a:pt x="0" y="18963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756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6" name="Изображение 4" descr="preencoded.png">
            <a:extLst>
              <a:ext uri="{FF2B5EF4-FFF2-40B4-BE49-F238E27FC236}">
                <a16:creationId xmlns:a16="http://schemas.microsoft.com/office/drawing/2014/main" id="{9019DA73-2516-F3D2-ECDB-620C90483DB3}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53" name="Изображение 7" descr="preencoded.png">
            <a:extLst>
              <a:ext uri="{FF2B5EF4-FFF2-40B4-BE49-F238E27FC236}">
                <a16:creationId xmlns:a16="http://schemas.microsoft.com/office/drawing/2014/main" id="{FEA70E9F-C506-413C-11EF-5915A2296643}"/>
              </a:ext>
            </a:extLst>
          </p:cNvPr>
          <p:cNvSpPr/>
          <p:nvPr/>
        </p:nvSpPr>
        <p:spPr>
          <a:xfrm flipV="1">
            <a:off x="-20086" y="4580051"/>
            <a:ext cx="2277948" cy="2277948"/>
          </a:xfrm>
          <a:custGeom>
            <a:avLst/>
            <a:gdLst>
              <a:gd name="connsiteX0" fmla="*/ 0 w 2277948"/>
              <a:gd name="connsiteY0" fmla="*/ 2277948 h 2277948"/>
              <a:gd name="connsiteX1" fmla="*/ 2277948 w 2277948"/>
              <a:gd name="connsiteY1" fmla="*/ 0 h 2277948"/>
              <a:gd name="connsiteX2" fmla="*/ 0 w 2277948"/>
              <a:gd name="connsiteY2" fmla="*/ 0 h 2277948"/>
              <a:gd name="connsiteX3" fmla="*/ 0 w 2277948"/>
              <a:gd name="connsiteY3" fmla="*/ 2277948 h 2277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7948" h="2277948">
                <a:moveTo>
                  <a:pt x="0" y="2277948"/>
                </a:moveTo>
                <a:cubicBezTo>
                  <a:pt x="1258034" y="2277948"/>
                  <a:pt x="2277948" y="1258034"/>
                  <a:pt x="2277948" y="0"/>
                </a:cubicBezTo>
                <a:lnTo>
                  <a:pt x="0" y="0"/>
                </a:lnTo>
                <a:lnTo>
                  <a:pt x="0" y="2277948"/>
                </a:lnTo>
                <a:close/>
              </a:path>
            </a:pathLst>
          </a:custGeom>
          <a:solidFill>
            <a:schemeClr val="accent4"/>
          </a:solidFill>
          <a:ln w="5083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21" name="Изображение 2" descr="preencoded.png">
            <a:extLst>
              <a:ext uri="{FF2B5EF4-FFF2-40B4-BE49-F238E27FC236}">
                <a16:creationId xmlns:a16="http://schemas.microsoft.com/office/drawing/2014/main" id="{A8B7F1F1-806C-8D65-7340-220A0C4653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/>
          <a:stretch/>
        </p:blipFill>
        <p:spPr>
          <a:xfrm>
            <a:off x="9991886" y="3441269"/>
            <a:ext cx="2200114" cy="2200114"/>
          </a:xfrm>
          <a:prstGeom prst="rect">
            <a:avLst/>
          </a:prstGeom>
        </p:spPr>
      </p:pic>
      <p:sp>
        <p:nvSpPr>
          <p:cNvPr id="54" name="Изображение 2" descr="preencoded.png">
            <a:extLst>
              <a:ext uri="{FF2B5EF4-FFF2-40B4-BE49-F238E27FC236}">
                <a16:creationId xmlns:a16="http://schemas.microsoft.com/office/drawing/2014/main" id="{F19C81EC-0322-58A2-C455-6E2C84D1E6E8}"/>
              </a:ext>
            </a:extLst>
          </p:cNvPr>
          <p:cNvSpPr/>
          <p:nvPr/>
        </p:nvSpPr>
        <p:spPr>
          <a:xfrm>
            <a:off x="1707959" y="5667616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08760" y="1883664"/>
            <a:ext cx="6766560" cy="768096"/>
          </a:xfrm>
        </p:spPr>
        <p:txBody>
          <a:bodyPr rtlCol="0">
            <a:noAutofit/>
          </a:bodyPr>
          <a:lstStyle>
            <a:lvl1pPr algn="l">
              <a:lnSpc>
                <a:spcPct val="100000"/>
              </a:lnSpc>
              <a:defRPr lang="ru-RU" b="1"/>
            </a:lvl1pPr>
          </a:lstStyle>
          <a:p>
            <a:pPr rtl="0"/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08760" y="2837688"/>
            <a:ext cx="5879592" cy="2700528"/>
          </a:xfrm>
        </p:spPr>
        <p:txBody>
          <a:bodyPr rtlCol="0">
            <a:noAutofit/>
          </a:bodyPr>
          <a:lstStyle>
            <a:lvl1pPr marL="0" indent="0">
              <a:buNone/>
              <a:defRPr lang="ru-RU" sz="1500"/>
            </a:lvl1pPr>
            <a:lvl2pPr>
              <a:defRPr lang="ru-RU" sz="1500"/>
            </a:lvl2pPr>
            <a:lvl3pPr>
              <a:defRPr lang="ru-RU" sz="1500"/>
            </a:lvl3pPr>
            <a:lvl4pPr>
              <a:defRPr lang="ru-RU" sz="1500"/>
            </a:lvl4pPr>
            <a:lvl5pPr>
              <a:defRPr lang="ru-RU" sz="1500"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dirty="0"/>
              <a:t>‹#›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1F9FD95-086F-282B-820C-8CDAD4A6EEB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Заголовок презентации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484857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Заключ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: Фигура 12">
            <a:extLst>
              <a:ext uri="{FF2B5EF4-FFF2-40B4-BE49-F238E27FC236}">
                <a16:creationId xmlns:a16="http://schemas.microsoft.com/office/drawing/2014/main" id="{AEF1F750-031C-BDB7-BD7B-9CBE17406FDB}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9" name="Полилиния: фигура 18" descr="preencoded.png">
            <a:extLst>
              <a:ext uri="{FF2B5EF4-FFF2-40B4-BE49-F238E27FC236}">
                <a16:creationId xmlns:a16="http://schemas.microsoft.com/office/drawing/2014/main" id="{FEB515B5-2D9F-58E1-6E3C-CCBF105D891E}"/>
              </a:ext>
            </a:extLst>
          </p:cNvPr>
          <p:cNvSpPr/>
          <p:nvPr userDrawn="1"/>
        </p:nvSpPr>
        <p:spPr>
          <a:xfrm>
            <a:off x="7538626" y="13142"/>
            <a:ext cx="4653374" cy="6831717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9" name="Изображение 2" descr="preencoded.png">
            <a:extLst>
              <a:ext uri="{FF2B5EF4-FFF2-40B4-BE49-F238E27FC236}">
                <a16:creationId xmlns:a16="http://schemas.microsoft.com/office/drawing/2014/main" id="{5CCFEDF9-5B69-87BA-8A33-35033DA401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/>
          <a:stretch/>
        </p:blipFill>
        <p:spPr>
          <a:xfrm>
            <a:off x="8737234" y="-25041"/>
            <a:ext cx="3432191" cy="3432191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7048" y="1975104"/>
            <a:ext cx="4169664" cy="667512"/>
          </a:xfrm>
        </p:spPr>
        <p:txBody>
          <a:bodyPr tIns="0" rtlCol="0" anchor="ctr">
            <a:noAutofit/>
          </a:bodyPr>
          <a:lstStyle>
            <a:lvl1pPr algn="l">
              <a:defRPr lang="ru-RU" sz="4400"/>
            </a:lvl1pPr>
          </a:lstStyle>
          <a:p>
            <a:pPr rtl="0"/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45336" y="2846832"/>
            <a:ext cx="4169664" cy="2176272"/>
          </a:xfrm>
        </p:spPr>
        <p:txBody>
          <a:bodyPr lIns="91440" tIns="0" rIns="91440" bIns="0" rtlCol="0">
            <a:noAutofit/>
          </a:bodyPr>
          <a:lstStyle>
            <a:lvl1pPr marL="0" indent="0" algn="l">
              <a:spcBef>
                <a:spcPts val="576"/>
              </a:spcBef>
              <a:buNone/>
              <a:defRPr lang="ru-RU" sz="2400"/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Изображение 0" descr="preencoded.png">
            <a:extLst>
              <a:ext uri="{FF2B5EF4-FFF2-40B4-BE49-F238E27FC236}">
                <a16:creationId xmlns:a16="http://schemas.microsoft.com/office/drawing/2014/main" id="{8D5D10FF-3DE5-39CA-FA9A-29A09DC47BFC}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11" name="Изображение 1" descr="preencoded.png">
            <a:extLst>
              <a:ext uri="{FF2B5EF4-FFF2-40B4-BE49-F238E27FC236}">
                <a16:creationId xmlns:a16="http://schemas.microsoft.com/office/drawing/2014/main" id="{BFA89E6A-8342-AE30-45E0-BC1DFE3276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13" name="Полилиния: фигура 12">
            <a:extLst>
              <a:ext uri="{FF2B5EF4-FFF2-40B4-BE49-F238E27FC236}">
                <a16:creationId xmlns:a16="http://schemas.microsoft.com/office/drawing/2014/main" id="{A08309FA-889A-E2F2-1EDA-F872245F5FDF}"/>
              </a:ext>
            </a:extLst>
          </p:cNvPr>
          <p:cNvSpPr/>
          <p:nvPr userDrawn="1"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5" name="Изображение 5" descr="preencoded.png">
            <a:extLst>
              <a:ext uri="{FF2B5EF4-FFF2-40B4-BE49-F238E27FC236}">
                <a16:creationId xmlns:a16="http://schemas.microsoft.com/office/drawing/2014/main" id="{D9D7EB49-4BC9-040F-C4CC-5771C5FB312B}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17" name="Изображение 6" descr="preencoded.png">
            <a:extLst>
              <a:ext uri="{FF2B5EF4-FFF2-40B4-BE49-F238E27FC236}">
                <a16:creationId xmlns:a16="http://schemas.microsoft.com/office/drawing/2014/main" id="{3CE04498-C285-EFB8-340C-1A064078152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Заголовок презентации</a:t>
            </a:r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dirty="0"/>
              <a:t>‹#›</a:t>
            </a:fld>
            <a:endParaRPr lang="ru-RU" dirty="0"/>
          </a:p>
        </p:txBody>
      </p:sp>
      <p:sp>
        <p:nvSpPr>
          <p:cNvPr id="18" name="Заголовок 19">
            <a:extLst>
              <a:ext uri="{FF2B5EF4-FFF2-40B4-BE49-F238E27FC236}">
                <a16:creationId xmlns:a16="http://schemas.microsoft.com/office/drawing/2014/main" id="{9CBE0ADC-7FA0-F7E3-96EF-BBACB6A90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6784" y="1243584"/>
            <a:ext cx="8165592" cy="768096"/>
          </a:xfrm>
        </p:spPr>
        <p:txBody>
          <a:bodyPr rtlCol="0">
            <a:noAutofit/>
          </a:bodyPr>
          <a:lstStyle>
            <a:lvl1pPr algn="l">
              <a:lnSpc>
                <a:spcPct val="100000"/>
              </a:lnSpc>
              <a:defRPr lang="ru-RU"/>
            </a:lvl1pPr>
          </a:lstStyle>
          <a:p>
            <a:pPr rtl="0"/>
            <a:r>
              <a:rPr lang="ru-RU"/>
              <a:t>Образец заголовка</a:t>
            </a:r>
          </a:p>
        </p:txBody>
      </p:sp>
      <p:sp>
        <p:nvSpPr>
          <p:cNvPr id="19" name="Объект 3">
            <a:extLst>
              <a:ext uri="{FF2B5EF4-FFF2-40B4-BE49-F238E27FC236}">
                <a16:creationId xmlns:a16="http://schemas.microsoft.com/office/drawing/2014/main" id="{0F9C0517-D83A-CC55-35B8-B2F990C96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85032" y="2255520"/>
            <a:ext cx="3741928" cy="4306380"/>
          </a:xfrm>
        </p:spPr>
        <p:txBody>
          <a:bodyPr lIns="45720" rIns="45720" bIns="45720" rtlCol="0">
            <a:noAutofit/>
          </a:bodyPr>
          <a:lstStyle>
            <a:lvl1pPr>
              <a:defRPr lang="ru-RU" sz="1500"/>
            </a:lvl1pPr>
            <a:lvl2pPr>
              <a:defRPr lang="ru-RU" sz="1300"/>
            </a:lvl2pPr>
            <a:lvl3pPr>
              <a:defRPr lang="ru-RU" sz="1200"/>
            </a:lvl3pPr>
            <a:lvl4pPr>
              <a:defRPr lang="ru-RU" sz="1200"/>
            </a:lvl4pPr>
            <a:lvl5pPr>
              <a:defRPr lang="ru-RU" sz="1200"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20" name="Объект 5">
            <a:extLst>
              <a:ext uri="{FF2B5EF4-FFF2-40B4-BE49-F238E27FC236}">
                <a16:creationId xmlns:a16="http://schemas.microsoft.com/office/drawing/2014/main" id="{CF8BFBBE-0EAE-B647-2648-A5FB0094BF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754112" y="2255520"/>
            <a:ext cx="3741928" cy="4306380"/>
          </a:xfrm>
        </p:spPr>
        <p:txBody>
          <a:bodyPr lIns="45720" rIns="45720" bIns="45720" rtlCol="0">
            <a:noAutofit/>
          </a:bodyPr>
          <a:lstStyle>
            <a:lvl1pPr>
              <a:defRPr lang="ru-RU" sz="1500"/>
            </a:lvl1pPr>
            <a:lvl2pPr>
              <a:defRPr lang="ru-RU" sz="1300"/>
            </a:lvl2pPr>
            <a:lvl3pPr>
              <a:defRPr lang="ru-RU" sz="1200"/>
            </a:lvl3pPr>
            <a:lvl4pPr>
              <a:defRPr lang="ru-RU" sz="1200"/>
            </a:lvl4pPr>
            <a:lvl5pPr>
              <a:defRPr lang="ru-RU" sz="1200"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42508321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: Фигура 6">
            <a:extLst>
              <a:ext uri="{FF2B5EF4-FFF2-40B4-BE49-F238E27FC236}">
                <a16:creationId xmlns:a16="http://schemas.microsoft.com/office/drawing/2014/main" id="{2C6B5F91-ABF5-D0B6-E43F-40CEDC3A6DF8}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9" name="Полилиния: фигура 8">
            <a:extLst>
              <a:ext uri="{FF2B5EF4-FFF2-40B4-BE49-F238E27FC236}">
                <a16:creationId xmlns:a16="http://schemas.microsoft.com/office/drawing/2014/main" id="{A52D64F1-27B6-A1E5-4F44-A6029FAB307B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Заголовок презентации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dirty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: Фигура 5">
            <a:extLst>
              <a:ext uri="{FF2B5EF4-FFF2-40B4-BE49-F238E27FC236}">
                <a16:creationId xmlns:a16="http://schemas.microsoft.com/office/drawing/2014/main" id="{A626DE4B-D4E5-B36A-89FA-7C0E87AFC31D}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95243571-BE64-3777-F992-88FC43A60537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Заголовок презентации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dirty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лилиния: Фигура 10">
            <a:extLst>
              <a:ext uri="{FF2B5EF4-FFF2-40B4-BE49-F238E27FC236}">
                <a16:creationId xmlns:a16="http://schemas.microsoft.com/office/drawing/2014/main" id="{ADFAE2CB-0EAD-E788-FCB7-FB12F6939199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lang="ru-RU" sz="3200"/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lang="ru-RU" sz="3200"/>
            </a:lvl1pPr>
            <a:lvl2pPr>
              <a:defRPr lang="ru-RU" sz="2800"/>
            </a:lvl2pPr>
            <a:lvl3pPr>
              <a:defRPr lang="ru-RU" sz="2400"/>
            </a:lvl3pPr>
            <a:lvl4pPr>
              <a:defRPr lang="ru-RU" sz="2000"/>
            </a:lvl4pPr>
            <a:lvl5pPr>
              <a:defRPr lang="ru-RU" sz="2000"/>
            </a:lvl5pPr>
            <a:lvl6pPr>
              <a:defRPr lang="ru-RU" sz="2000"/>
            </a:lvl6pPr>
            <a:lvl7pPr>
              <a:defRPr lang="ru-RU" sz="2000"/>
            </a:lvl7pPr>
            <a:lvl8pPr>
              <a:defRPr lang="ru-RU" sz="2000"/>
            </a:lvl8pPr>
            <a:lvl9pPr>
              <a:defRPr lang="ru-RU" sz="2000"/>
            </a:lvl9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lang="ru-RU" sz="1600"/>
            </a:lvl1pPr>
            <a:lvl2pPr marL="457200" indent="0">
              <a:buNone/>
              <a:defRPr lang="ru-RU" sz="1400"/>
            </a:lvl2pPr>
            <a:lvl3pPr marL="914400" indent="0">
              <a:buNone/>
              <a:defRPr lang="ru-RU" sz="1200"/>
            </a:lvl3pPr>
            <a:lvl4pPr marL="1371600" indent="0">
              <a:buNone/>
              <a:defRPr lang="ru-RU" sz="1000"/>
            </a:lvl4pPr>
            <a:lvl5pPr marL="1828800" indent="0">
              <a:buNone/>
              <a:defRPr lang="ru-RU" sz="1000"/>
            </a:lvl5pPr>
            <a:lvl6pPr marL="2286000" indent="0">
              <a:buNone/>
              <a:defRPr lang="ru-RU" sz="1000"/>
            </a:lvl6pPr>
            <a:lvl7pPr marL="2743200" indent="0">
              <a:buNone/>
              <a:defRPr lang="ru-RU" sz="1000"/>
            </a:lvl7pPr>
            <a:lvl8pPr marL="3200400" indent="0">
              <a:buNone/>
              <a:defRPr lang="ru-RU" sz="1000"/>
            </a:lvl8pPr>
            <a:lvl9pPr marL="3657600" indent="0">
              <a:buNone/>
              <a:defRPr lang="ru-RU" sz="1000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Заголовок презентации</a:t>
            </a:r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dirty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лилиния: фигура 10">
            <a:extLst>
              <a:ext uri="{FF2B5EF4-FFF2-40B4-BE49-F238E27FC236}">
                <a16:creationId xmlns:a16="http://schemas.microsoft.com/office/drawing/2014/main" id="{CAA6B609-D718-DB49-892F-7E49376CC913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lang="ru-RU" sz="3200"/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 anchor="t"/>
          <a:lstStyle>
            <a:lvl1pPr marL="0" indent="0">
              <a:buNone/>
              <a:defRPr lang="ru-RU" sz="3200"/>
            </a:lvl1pPr>
            <a:lvl2pPr marL="457200" indent="0">
              <a:buNone/>
              <a:defRPr lang="ru-RU" sz="2800"/>
            </a:lvl2pPr>
            <a:lvl3pPr marL="914400" indent="0">
              <a:buNone/>
              <a:defRPr lang="ru-RU" sz="2400"/>
            </a:lvl3pPr>
            <a:lvl4pPr marL="1371600" indent="0">
              <a:buNone/>
              <a:defRPr lang="ru-RU" sz="2000"/>
            </a:lvl4pPr>
            <a:lvl5pPr marL="1828800" indent="0">
              <a:buNone/>
              <a:defRPr lang="ru-RU" sz="2000"/>
            </a:lvl5pPr>
            <a:lvl6pPr marL="2286000" indent="0">
              <a:buNone/>
              <a:defRPr lang="ru-RU" sz="2000"/>
            </a:lvl6pPr>
            <a:lvl7pPr marL="2743200" indent="0">
              <a:buNone/>
              <a:defRPr lang="ru-RU" sz="2000"/>
            </a:lvl7pPr>
            <a:lvl8pPr marL="3200400" indent="0">
              <a:buNone/>
              <a:defRPr lang="ru-RU" sz="2000"/>
            </a:lvl8pPr>
            <a:lvl9pPr marL="3657600" indent="0">
              <a:buNone/>
              <a:defRPr lang="ru-RU" sz="2000"/>
            </a:lvl9pPr>
          </a:lstStyle>
          <a:p>
            <a:pPr rtl="0"/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lang="ru-RU" sz="1600"/>
            </a:lvl1pPr>
            <a:lvl2pPr marL="457200" indent="0">
              <a:buNone/>
              <a:defRPr lang="ru-RU" sz="1400"/>
            </a:lvl2pPr>
            <a:lvl3pPr marL="914400" indent="0">
              <a:buNone/>
              <a:defRPr lang="ru-RU" sz="1200"/>
            </a:lvl3pPr>
            <a:lvl4pPr marL="1371600" indent="0">
              <a:buNone/>
              <a:defRPr lang="ru-RU" sz="1000"/>
            </a:lvl4pPr>
            <a:lvl5pPr marL="1828800" indent="0">
              <a:buNone/>
              <a:defRPr lang="ru-RU" sz="1000"/>
            </a:lvl5pPr>
            <a:lvl6pPr marL="2286000" indent="0">
              <a:buNone/>
              <a:defRPr lang="ru-RU" sz="1000"/>
            </a:lvl6pPr>
            <a:lvl7pPr marL="2743200" indent="0">
              <a:buNone/>
              <a:defRPr lang="ru-RU" sz="1000"/>
            </a:lvl7pPr>
            <a:lvl8pPr marL="3200400" indent="0">
              <a:buNone/>
              <a:defRPr lang="ru-RU" sz="1000"/>
            </a:lvl8pPr>
            <a:lvl9pPr marL="3657600" indent="0">
              <a:buNone/>
              <a:defRPr lang="ru-RU" sz="1000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Заголовок презентации</a:t>
            </a:r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dirty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58952" y="1216152"/>
            <a:ext cx="10671048" cy="7680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ru-RU"/>
            </a:defPPr>
          </a:lstStyle>
          <a:p>
            <a:pPr rtl="0"/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 dirty="0"/>
              <a:t>Щелкните, чтобы изменить стили текста образца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621792" y="457200"/>
            <a:ext cx="32004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0"/>
            <a:r>
              <a:rPr lang="ru-RU"/>
              <a:t>Заголовок презентации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ru-RU" sz="120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52" r:id="rId3"/>
    <p:sldLayoutId id="2147483653" r:id="rId4"/>
    <p:sldLayoutId id="2147483664" r:id="rId5"/>
    <p:sldLayoutId id="2147483667" r:id="rId6"/>
    <p:sldLayoutId id="2147483668" r:id="rId7"/>
    <p:sldLayoutId id="2147483669" r:id="rId8"/>
    <p:sldLayoutId id="2147483673" r:id="rId9"/>
    <p:sldLayoutId id="2147483670" r:id="rId10"/>
    <p:sldLayoutId id="2147483671" r:id="rId11"/>
    <p:sldLayoutId id="2147483655" r:id="rId12"/>
    <p:sldLayoutId id="2147483674" r:id="rId13"/>
    <p:sldLayoutId id="2147483675" r:id="rId14"/>
    <p:sldLayoutId id="2147483676" r:id="rId15"/>
    <p:sldLayoutId id="2147483654" r:id="rId16"/>
    <p:sldLayoutId id="2147483656" r:id="rId17"/>
    <p:sldLayoutId id="2147483657" r:id="rId18"/>
    <p:sldLayoutId id="2147483658" r:id="rId19"/>
    <p:sldLayoutId id="2147483659" r:id="rId20"/>
  </p:sldLayoutIdLst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hd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lang="ru-RU" sz="44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3" Type="http://schemas.openxmlformats.org/officeDocument/2006/relationships/image" Target="../media/image160.png"/><Relationship Id="rId7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0.png"/><Relationship Id="rId13" Type="http://schemas.openxmlformats.org/officeDocument/2006/relationships/image" Target="../media/image61.png"/><Relationship Id="rId18" Type="http://schemas.openxmlformats.org/officeDocument/2006/relationships/image" Target="../media/image50.png"/><Relationship Id="rId21" Type="http://schemas.openxmlformats.org/officeDocument/2006/relationships/image" Target="../media/image53.png"/><Relationship Id="rId7" Type="http://schemas.openxmlformats.org/officeDocument/2006/relationships/image" Target="../media/image390.png"/><Relationship Id="rId12" Type="http://schemas.openxmlformats.org/officeDocument/2006/relationships/image" Target="../media/image320.png"/><Relationship Id="rId17" Type="http://schemas.openxmlformats.org/officeDocument/2006/relationships/image" Target="../media/image49.png"/><Relationship Id="rId2" Type="http://schemas.openxmlformats.org/officeDocument/2006/relationships/image" Target="../media/image35.png"/><Relationship Id="rId16" Type="http://schemas.openxmlformats.org/officeDocument/2006/relationships/image" Target="../media/image48.png"/><Relationship Id="rId20" Type="http://schemas.openxmlformats.org/officeDocument/2006/relationships/image" Target="../media/image52.png"/><Relationship Id="rId1" Type="http://schemas.openxmlformats.org/officeDocument/2006/relationships/slideLayout" Target="../slideLayouts/slideLayout5.xml"/><Relationship Id="rId11" Type="http://schemas.openxmlformats.org/officeDocument/2006/relationships/image" Target="../media/image430.png"/><Relationship Id="rId15" Type="http://schemas.openxmlformats.org/officeDocument/2006/relationships/image" Target="../media/image63.png"/><Relationship Id="rId10" Type="http://schemas.openxmlformats.org/officeDocument/2006/relationships/image" Target="../media/image47.png"/><Relationship Id="rId19" Type="http://schemas.openxmlformats.org/officeDocument/2006/relationships/image" Target="../media/image51.png"/><Relationship Id="rId9" Type="http://schemas.openxmlformats.org/officeDocument/2006/relationships/image" Target="../media/image410.png"/><Relationship Id="rId14" Type="http://schemas.openxmlformats.org/officeDocument/2006/relationships/image" Target="../media/image62.png"/><Relationship Id="rId22" Type="http://schemas.openxmlformats.org/officeDocument/2006/relationships/image" Target="../media/image5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0.png"/><Relationship Id="rId13" Type="http://schemas.openxmlformats.org/officeDocument/2006/relationships/image" Target="../media/image58.png"/><Relationship Id="rId18" Type="http://schemas.openxmlformats.org/officeDocument/2006/relationships/image" Target="../media/image66.png"/><Relationship Id="rId21" Type="http://schemas.openxmlformats.org/officeDocument/2006/relationships/image" Target="../media/image69.png"/><Relationship Id="rId7" Type="http://schemas.openxmlformats.org/officeDocument/2006/relationships/image" Target="../media/image390.png"/><Relationship Id="rId12" Type="http://schemas.openxmlformats.org/officeDocument/2006/relationships/image" Target="../media/image57.png"/><Relationship Id="rId17" Type="http://schemas.openxmlformats.org/officeDocument/2006/relationships/image" Target="../media/image65.png"/><Relationship Id="rId2" Type="http://schemas.openxmlformats.org/officeDocument/2006/relationships/image" Target="../media/image470.png"/><Relationship Id="rId16" Type="http://schemas.openxmlformats.org/officeDocument/2006/relationships/image" Target="../media/image64.png"/><Relationship Id="rId20" Type="http://schemas.openxmlformats.org/officeDocument/2006/relationships/image" Target="../media/image68.png"/><Relationship Id="rId1" Type="http://schemas.openxmlformats.org/officeDocument/2006/relationships/slideLayout" Target="../slideLayouts/slideLayout5.xml"/><Relationship Id="rId11" Type="http://schemas.openxmlformats.org/officeDocument/2006/relationships/image" Target="../media/image56.png"/><Relationship Id="rId24" Type="http://schemas.openxmlformats.org/officeDocument/2006/relationships/image" Target="../media/image72.png"/><Relationship Id="rId15" Type="http://schemas.openxmlformats.org/officeDocument/2006/relationships/image" Target="../media/image60.png"/><Relationship Id="rId23" Type="http://schemas.openxmlformats.org/officeDocument/2006/relationships/image" Target="../media/image71.png"/><Relationship Id="rId10" Type="http://schemas.openxmlformats.org/officeDocument/2006/relationships/image" Target="../media/image55.png"/><Relationship Id="rId19" Type="http://schemas.openxmlformats.org/officeDocument/2006/relationships/image" Target="../media/image67.png"/><Relationship Id="rId9" Type="http://schemas.openxmlformats.org/officeDocument/2006/relationships/image" Target="../media/image410.png"/><Relationship Id="rId14" Type="http://schemas.openxmlformats.org/officeDocument/2006/relationships/image" Target="../media/image59.png"/><Relationship Id="rId22" Type="http://schemas.openxmlformats.org/officeDocument/2006/relationships/image" Target="../media/image70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4.png"/><Relationship Id="rId18" Type="http://schemas.openxmlformats.org/officeDocument/2006/relationships/image" Target="../media/image89.png"/><Relationship Id="rId26" Type="http://schemas.openxmlformats.org/officeDocument/2006/relationships/image" Target="../media/image430.png"/><Relationship Id="rId3" Type="http://schemas.openxmlformats.org/officeDocument/2006/relationships/image" Target="../media/image74.png"/><Relationship Id="rId21" Type="http://schemas.openxmlformats.org/officeDocument/2006/relationships/image" Target="../media/image92.png"/><Relationship Id="rId34" Type="http://schemas.openxmlformats.org/officeDocument/2006/relationships/image" Target="../media/image102.png"/><Relationship Id="rId7" Type="http://schemas.openxmlformats.org/officeDocument/2006/relationships/image" Target="../media/image78.png"/><Relationship Id="rId12" Type="http://schemas.openxmlformats.org/officeDocument/2006/relationships/image" Target="../media/image83.png"/><Relationship Id="rId17" Type="http://schemas.openxmlformats.org/officeDocument/2006/relationships/image" Target="../media/image88.png"/><Relationship Id="rId25" Type="http://schemas.openxmlformats.org/officeDocument/2006/relationships/image" Target="../media/image47.png"/><Relationship Id="rId33" Type="http://schemas.openxmlformats.org/officeDocument/2006/relationships/image" Target="../media/image101.png"/><Relationship Id="rId2" Type="http://schemas.openxmlformats.org/officeDocument/2006/relationships/image" Target="../media/image73.png"/><Relationship Id="rId16" Type="http://schemas.openxmlformats.org/officeDocument/2006/relationships/image" Target="../media/image87.png"/><Relationship Id="rId20" Type="http://schemas.openxmlformats.org/officeDocument/2006/relationships/image" Target="../media/image91.png"/><Relationship Id="rId29" Type="http://schemas.openxmlformats.org/officeDocument/2006/relationships/image" Target="../media/image9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7.png"/><Relationship Id="rId11" Type="http://schemas.openxmlformats.org/officeDocument/2006/relationships/image" Target="../media/image82.png"/><Relationship Id="rId24" Type="http://schemas.openxmlformats.org/officeDocument/2006/relationships/image" Target="../media/image410.png"/><Relationship Id="rId32" Type="http://schemas.openxmlformats.org/officeDocument/2006/relationships/image" Target="../media/image100.png"/><Relationship Id="rId5" Type="http://schemas.openxmlformats.org/officeDocument/2006/relationships/image" Target="../media/image76.png"/><Relationship Id="rId15" Type="http://schemas.openxmlformats.org/officeDocument/2006/relationships/image" Target="../media/image86.png"/><Relationship Id="rId23" Type="http://schemas.openxmlformats.org/officeDocument/2006/relationships/image" Target="../media/image94.png"/><Relationship Id="rId28" Type="http://schemas.openxmlformats.org/officeDocument/2006/relationships/image" Target="../media/image96.png"/><Relationship Id="rId36" Type="http://schemas.openxmlformats.org/officeDocument/2006/relationships/image" Target="../media/image104.png"/><Relationship Id="rId10" Type="http://schemas.openxmlformats.org/officeDocument/2006/relationships/image" Target="../media/image81.png"/><Relationship Id="rId19" Type="http://schemas.openxmlformats.org/officeDocument/2006/relationships/image" Target="../media/image90.png"/><Relationship Id="rId31" Type="http://schemas.openxmlformats.org/officeDocument/2006/relationships/image" Target="../media/image99.png"/><Relationship Id="rId4" Type="http://schemas.openxmlformats.org/officeDocument/2006/relationships/image" Target="../media/image75.png"/><Relationship Id="rId9" Type="http://schemas.openxmlformats.org/officeDocument/2006/relationships/image" Target="../media/image80.png"/><Relationship Id="rId14" Type="http://schemas.openxmlformats.org/officeDocument/2006/relationships/image" Target="../media/image85.png"/><Relationship Id="rId22" Type="http://schemas.openxmlformats.org/officeDocument/2006/relationships/image" Target="../media/image93.png"/><Relationship Id="rId27" Type="http://schemas.openxmlformats.org/officeDocument/2006/relationships/image" Target="../media/image95.png"/><Relationship Id="rId30" Type="http://schemas.openxmlformats.org/officeDocument/2006/relationships/image" Target="../media/image98.png"/><Relationship Id="rId35" Type="http://schemas.openxmlformats.org/officeDocument/2006/relationships/image" Target="../media/image103.png"/><Relationship Id="rId8" Type="http://schemas.openxmlformats.org/officeDocument/2006/relationships/image" Target="../media/image7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0.png"/><Relationship Id="rId13" Type="http://schemas.openxmlformats.org/officeDocument/2006/relationships/image" Target="../media/image95.png"/><Relationship Id="rId18" Type="http://schemas.openxmlformats.org/officeDocument/2006/relationships/image" Target="../media/image100.png"/><Relationship Id="rId21" Type="http://schemas.openxmlformats.org/officeDocument/2006/relationships/image" Target="../media/image103.png"/><Relationship Id="rId7" Type="http://schemas.openxmlformats.org/officeDocument/2006/relationships/image" Target="../media/image390.png"/><Relationship Id="rId12" Type="http://schemas.openxmlformats.org/officeDocument/2006/relationships/image" Target="../media/image108.png"/><Relationship Id="rId17" Type="http://schemas.openxmlformats.org/officeDocument/2006/relationships/image" Target="../media/image110.png"/><Relationship Id="rId25" Type="http://schemas.openxmlformats.org/officeDocument/2006/relationships/image" Target="../media/image116.png"/><Relationship Id="rId2" Type="http://schemas.openxmlformats.org/officeDocument/2006/relationships/image" Target="../media/image105.png"/><Relationship Id="rId16" Type="http://schemas.openxmlformats.org/officeDocument/2006/relationships/image" Target="../media/image109.png"/><Relationship Id="rId20" Type="http://schemas.openxmlformats.org/officeDocument/2006/relationships/image" Target="../media/image112.png"/><Relationship Id="rId1" Type="http://schemas.openxmlformats.org/officeDocument/2006/relationships/slideLayout" Target="../slideLayouts/slideLayout5.xml"/><Relationship Id="rId11" Type="http://schemas.openxmlformats.org/officeDocument/2006/relationships/image" Target="../media/image107.png"/><Relationship Id="rId24" Type="http://schemas.openxmlformats.org/officeDocument/2006/relationships/image" Target="../media/image115.png"/><Relationship Id="rId15" Type="http://schemas.openxmlformats.org/officeDocument/2006/relationships/image" Target="../media/image97.png"/><Relationship Id="rId23" Type="http://schemas.openxmlformats.org/officeDocument/2006/relationships/image" Target="../media/image114.png"/><Relationship Id="rId10" Type="http://schemas.openxmlformats.org/officeDocument/2006/relationships/image" Target="../media/image106.png"/><Relationship Id="rId19" Type="http://schemas.openxmlformats.org/officeDocument/2006/relationships/image" Target="../media/image111.png"/><Relationship Id="rId9" Type="http://schemas.openxmlformats.org/officeDocument/2006/relationships/image" Target="../media/image410.png"/><Relationship Id="rId14" Type="http://schemas.openxmlformats.org/officeDocument/2006/relationships/image" Target="../media/image96.png"/><Relationship Id="rId22" Type="http://schemas.openxmlformats.org/officeDocument/2006/relationships/image" Target="../media/image11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6860D9-9D47-C0BB-B2B4-4B6F2B36C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en-US" sz="32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Sonli</a:t>
            </a:r>
            <a:r>
              <a:rPr lang="en-US" sz="32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2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ketma-ketlik</a:t>
            </a:r>
            <a:endParaRPr lang="en-US" sz="32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553200" y="715930"/>
            <a:ext cx="6400800" cy="512064"/>
          </a:xfrm>
        </p:spPr>
        <p:txBody>
          <a:bodyPr/>
          <a:lstStyle/>
          <a:p>
            <a:r>
              <a:rPr lang="en-US" b="1" i="1" dirty="0" err="1" smtClean="0"/>
              <a:t>Matematik</a:t>
            </a:r>
            <a:r>
              <a:rPr lang="en-US" b="1" i="1" dirty="0" smtClean="0"/>
              <a:t> </a:t>
            </a:r>
            <a:r>
              <a:rPr lang="en-US" b="1" i="1" dirty="0" err="1" smtClean="0"/>
              <a:t>analiz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21315684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9FA649B4-45FA-4F8F-802E-CEABFAC2E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6105" y="392237"/>
            <a:ext cx="7013448" cy="1627632"/>
          </a:xfrm>
        </p:spPr>
        <p:txBody>
          <a:bodyPr/>
          <a:lstStyle/>
          <a:p>
            <a:r>
              <a:rPr lang="en-US" i="1" dirty="0" smtClean="0">
                <a:latin typeface="+mn-lt"/>
              </a:rPr>
              <a:t>R</a:t>
            </a:r>
            <a:br>
              <a:rPr lang="en-US" i="1" dirty="0" smtClean="0">
                <a:latin typeface="+mn-lt"/>
              </a:rPr>
            </a:br>
            <a:r>
              <a:rPr lang="en-US" i="1" dirty="0" smtClean="0">
                <a:latin typeface="+mn-lt"/>
              </a:rPr>
              <a:t>e</a:t>
            </a:r>
            <a:br>
              <a:rPr lang="en-US" i="1" dirty="0" smtClean="0">
                <a:latin typeface="+mn-lt"/>
              </a:rPr>
            </a:br>
            <a:r>
              <a:rPr lang="en-US" i="1" dirty="0" smtClean="0">
                <a:latin typeface="+mn-lt"/>
              </a:rPr>
              <a:t>j</a:t>
            </a:r>
            <a:br>
              <a:rPr lang="en-US" i="1" dirty="0" smtClean="0">
                <a:latin typeface="+mn-lt"/>
              </a:rPr>
            </a:br>
            <a:r>
              <a:rPr lang="en-US" i="1" dirty="0" smtClean="0">
                <a:latin typeface="+mn-lt"/>
              </a:rPr>
              <a:t>a</a:t>
            </a:r>
            <a:endParaRPr lang="en-US" i="1" dirty="0">
              <a:latin typeface="+mn-lt"/>
            </a:endParaRP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6B427EF9-881C-4EB1-BBC4-7C1A97403F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53645" y="1047540"/>
            <a:ext cx="3932238" cy="972329"/>
          </a:xfrm>
        </p:spPr>
        <p:txBody>
          <a:bodyPr/>
          <a:lstStyle/>
          <a:p>
            <a:pPr marL="896938" indent="0" algn="ctr">
              <a:buNone/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1.Sonli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ketma-ketlik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tushunchasi</a:t>
            </a:r>
            <a:endParaRPr 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6938" indent="0" algn="ctr">
              <a:buNone/>
            </a:pP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dirty="0" smtClean="0">
                <a:ea typeface="Calibri" panose="020F0502020204030204" pitchFamily="34" charset="0"/>
                <a:cs typeface="Arial" panose="020B0604020202020204" pitchFamily="34" charset="0"/>
              </a:rPr>
              <a:t>       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2.Ketma-ketlikning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berilish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usullari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ctr">
              <a:lnSpc>
                <a:spcPct val="107000"/>
              </a:lnSpc>
              <a:spcAft>
                <a:spcPts val="800"/>
              </a:spcAft>
              <a:buNone/>
            </a:pPr>
            <a:endParaRPr lang="en-US" sz="2800" b="1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dirty="0" smtClean="0">
                <a:ea typeface="Calibri" panose="020F0502020204030204" pitchFamily="34" charset="0"/>
                <a:cs typeface="Arial" panose="020B0604020202020204" pitchFamily="34" charset="0"/>
              </a:rPr>
              <a:t>      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3.Ketma-ketlik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limitining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ta’rifi</a:t>
            </a:r>
            <a:endParaRPr lang="en-US" sz="28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31162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A75EAB-C55C-4CB3-8F1A-43F4A841B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1999" cy="1315265"/>
          </a:xfrm>
          <a:solidFill>
            <a:srgbClr val="0070C0"/>
          </a:solidFill>
        </p:spPr>
        <p:txBody>
          <a:bodyPr/>
          <a:lstStyle/>
          <a:p>
            <a:r>
              <a:rPr lang="en-US" sz="3200" i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i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i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Sonli</a:t>
            </a:r>
            <a:r>
              <a:rPr lang="en-US" sz="3200" i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ketma-ketlik</a:t>
            </a:r>
            <a:r>
              <a:rPr lang="en-US" sz="32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tushunchasi</a:t>
            </a:r>
            <a:endParaRPr lang="en-US" sz="3200" i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70EE9E7-7203-4411-B8D0-D371BAFEFF26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1022728" y="2232744"/>
                <a:ext cx="5694218" cy="2137414"/>
              </a:xfrm>
            </p:spPr>
            <p:txBody>
              <a:bodyPr/>
              <a:lstStyle/>
              <a:p>
                <a:pPr marL="363538" indent="0" algn="just">
                  <a:buNone/>
                  <a:tabLst>
                    <a:tab pos="11742738" algn="l"/>
                  </a:tabLst>
                </a:pPr>
                <a:r>
                  <a:rPr lang="en-US" sz="2200" dirty="0" smtClean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Agar </a:t>
                </a:r>
                <a:r>
                  <a:rPr lang="en-US" sz="2200" dirty="0" err="1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har</a:t>
                </a:r>
                <a:r>
                  <a:rPr lang="en-US" sz="2200" dirty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bir</a:t>
                </a:r>
                <a:r>
                  <a:rPr lang="en-US" sz="2200" dirty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natural son 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200" dirty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ga</a:t>
                </a:r>
                <a:r>
                  <a:rPr lang="en-US" sz="2200" dirty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biror</a:t>
                </a:r>
                <a:r>
                  <a:rPr lang="en-US" sz="2200" dirty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 smtClean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haqiqiy</a:t>
                </a:r>
                <a:r>
                  <a:rPr lang="en-US" sz="2200" dirty="0" smtClean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2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soni</a:t>
                </a:r>
                <a:r>
                  <a:rPr lang="en-US" sz="2200" dirty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US" sz="2200" dirty="0" err="1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mos</a:t>
                </a:r>
                <a:r>
                  <a:rPr lang="en-US" sz="2200" dirty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qo‘yilgan</a:t>
                </a:r>
                <a:r>
                  <a:rPr lang="en-US" sz="2200" dirty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bo‘lsa</a:t>
                </a:r>
                <a:r>
                  <a:rPr lang="en-US" sz="2200" dirty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u </a:t>
                </a:r>
                <a:r>
                  <a:rPr lang="en-US" sz="2200" dirty="0" err="1" smtClean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holda</a:t>
                </a:r>
                <a:endParaRPr lang="ru-RU" sz="2200" dirty="0" smtClean="0">
                  <a:solidFill>
                    <a:schemeClr val="accent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63538" indent="0" algn="ctr">
                  <a:buNone/>
                  <a:tabLst>
                    <a:tab pos="11742738" algn="l"/>
                  </a:tabLst>
                </a:pPr>
                <a:r>
                  <a:rPr lang="en-US" sz="2200" dirty="0" smtClean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2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ru-RU" sz="22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sz="22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2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ru-RU" sz="22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2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,… </m:t>
                    </m:r>
                  </m:oMath>
                </a14:m>
                <a:endParaRPr lang="ru-RU" sz="2200" dirty="0">
                  <a:solidFill>
                    <a:schemeClr val="accent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63538" indent="0" algn="just">
                  <a:buNone/>
                  <a:tabLst>
                    <a:tab pos="11742738" algn="l"/>
                  </a:tabLst>
                </a:pPr>
                <a:r>
                  <a:rPr lang="en-US" sz="2200" i="1" dirty="0" err="1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ketma-ketlik</a:t>
                </a:r>
                <a:r>
                  <a:rPr lang="en-US" sz="2200" dirty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i="1" dirty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200" i="1" dirty="0" err="1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sonli</a:t>
                </a:r>
                <a:r>
                  <a:rPr lang="en-US" sz="2200" i="1" dirty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i="1" dirty="0" err="1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ketma-ketlik</a:t>
                </a:r>
                <a:r>
                  <a:rPr lang="en-US" sz="2200" i="1" dirty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sz="2200" dirty="0" err="1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berilgan</a:t>
                </a:r>
                <a:r>
                  <a:rPr lang="en-US" sz="2200" dirty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deyiladi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2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70EE9E7-7203-4411-B8D0-D371BAFEFF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022728" y="2232744"/>
                <a:ext cx="5694218" cy="2137414"/>
              </a:xfrm>
              <a:blipFill>
                <a:blip r:embed="rId2"/>
                <a:stretch>
                  <a:fillRect t="-1709" r="-13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 flipH="1">
                <a:off x="2512884" y="4705725"/>
                <a:ext cx="241412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8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28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ℕ</m:t>
                      </m:r>
                      <m:r>
                        <a:rPr lang="en-US" sz="28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28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ru-RU" sz="28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512884" y="4705725"/>
                <a:ext cx="2414121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 flipH="1">
                <a:off x="7769765" y="2066778"/>
                <a:ext cx="241412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8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28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8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ru-RU" sz="28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769765" y="2066778"/>
                <a:ext cx="2414121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Группа 6"/>
          <p:cNvGrpSpPr/>
          <p:nvPr/>
        </p:nvGrpSpPr>
        <p:grpSpPr>
          <a:xfrm>
            <a:off x="8116960" y="3542013"/>
            <a:ext cx="1780667" cy="2470860"/>
            <a:chOff x="8299594" y="3523150"/>
            <a:chExt cx="1710675" cy="267011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/>
                <p:cNvSpPr txBox="1"/>
                <p:nvPr/>
              </p:nvSpPr>
              <p:spPr>
                <a:xfrm flipH="1">
                  <a:off x="8299594" y="3523150"/>
                  <a:ext cx="167567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4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8299594" y="3523150"/>
                  <a:ext cx="1675678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/>
                <p:cNvSpPr txBox="1"/>
                <p:nvPr/>
              </p:nvSpPr>
              <p:spPr>
                <a:xfrm flipH="1">
                  <a:off x="8299594" y="3835263"/>
                  <a:ext cx="167567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4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8299594" y="3835263"/>
                  <a:ext cx="1675678" cy="461665"/>
                </a:xfrm>
                <a:prstGeom prst="rect">
                  <a:avLst/>
                </a:prstGeom>
                <a:blipFill>
                  <a:blip r:embed="rId6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 flipH="1">
                  <a:off x="8334591" y="4113829"/>
                  <a:ext cx="167567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3→</m:t>
                        </m:r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4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8334591" y="4113829"/>
                  <a:ext cx="1675678" cy="461665"/>
                </a:xfrm>
                <a:prstGeom prst="rect">
                  <a:avLst/>
                </a:prstGeom>
                <a:blipFill>
                  <a:blip r:embed="rId7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 flipH="1">
                  <a:off x="8334591" y="4411741"/>
                  <a:ext cx="167567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24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8334591" y="4411741"/>
                  <a:ext cx="1675678" cy="461665"/>
                </a:xfrm>
                <a:prstGeom prst="rect">
                  <a:avLst/>
                </a:prstGeom>
                <a:blipFill>
                  <a:blip r:embed="rId8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 flipH="1">
                  <a:off x="8334591" y="4771588"/>
                  <a:ext cx="167567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24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8334591" y="4771588"/>
                  <a:ext cx="1675678" cy="461665"/>
                </a:xfrm>
                <a:prstGeom prst="rect">
                  <a:avLst/>
                </a:prstGeom>
                <a:blipFill>
                  <a:blip r:embed="rId9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 flipH="1">
                  <a:off x="8334591" y="5034981"/>
                  <a:ext cx="167567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en-US" sz="24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8334591" y="5034981"/>
                  <a:ext cx="1675678" cy="46166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/>
                <p:cNvSpPr txBox="1"/>
                <p:nvPr/>
              </p:nvSpPr>
              <p:spPr>
                <a:xfrm flipH="1">
                  <a:off x="8334591" y="5362267"/>
                  <a:ext cx="1675678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sz="2400" b="0" dirty="0" smtClean="0">
                    <a:solidFill>
                      <a:srgbClr val="002060"/>
                    </a:solidFill>
                    <a:ea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…..</m:t>
                        </m:r>
                      </m:oMath>
                    </m:oMathPara>
                  </a14:m>
                  <a:endParaRPr lang="en-US" sz="24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8334591" y="5362267"/>
                  <a:ext cx="1675678" cy="83099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Скругленный прямоугольник 13"/>
          <p:cNvSpPr/>
          <p:nvPr/>
        </p:nvSpPr>
        <p:spPr>
          <a:xfrm>
            <a:off x="1040227" y="1998241"/>
            <a:ext cx="5837960" cy="2667745"/>
          </a:xfrm>
          <a:prstGeom prst="roundRect">
            <a:avLst/>
          </a:prstGeom>
          <a:noFill/>
          <a:ln>
            <a:solidFill>
              <a:srgbClr val="002060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Стрелка вниз 14"/>
          <p:cNvSpPr/>
          <p:nvPr/>
        </p:nvSpPr>
        <p:spPr>
          <a:xfrm>
            <a:off x="8850960" y="2811992"/>
            <a:ext cx="251729" cy="508207"/>
          </a:xfrm>
          <a:prstGeom prst="downArrow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Овал 15"/>
          <p:cNvSpPr/>
          <p:nvPr/>
        </p:nvSpPr>
        <p:spPr>
          <a:xfrm>
            <a:off x="8116960" y="1893889"/>
            <a:ext cx="1727345" cy="874295"/>
          </a:xfrm>
          <a:prstGeom prst="ellipse">
            <a:avLst/>
          </a:prstGeom>
          <a:noFill/>
          <a:ln>
            <a:solidFill>
              <a:schemeClr val="tx2"/>
            </a:solidFill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Скругленный прямоугольник 17"/>
          <p:cNvSpPr/>
          <p:nvPr/>
        </p:nvSpPr>
        <p:spPr>
          <a:xfrm>
            <a:off x="8186952" y="3332113"/>
            <a:ext cx="1640681" cy="2680760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Стрелка вниз 18"/>
          <p:cNvSpPr/>
          <p:nvPr/>
        </p:nvSpPr>
        <p:spPr>
          <a:xfrm rot="16200000" flipH="1">
            <a:off x="7146296" y="3041915"/>
            <a:ext cx="503083" cy="743857"/>
          </a:xfrm>
          <a:prstGeom prst="downArrow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 flipH="1">
                <a:off x="4357178" y="5243887"/>
                <a:ext cx="241412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sz="2400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-haqiqiy </a:t>
                </a:r>
                <a:r>
                  <a:rPr lang="en-US" sz="2400" dirty="0" err="1" smtClean="0">
                    <a:solidFill>
                      <a:schemeClr val="accent6">
                        <a:lumMod val="75000"/>
                      </a:schemeClr>
                    </a:solidFill>
                  </a:rPr>
                  <a:t>sonlar</a:t>
                </a:r>
                <a:r>
                  <a:rPr lang="en-US" sz="2400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sz="2400" dirty="0" err="1" smtClean="0">
                    <a:solidFill>
                      <a:schemeClr val="accent6">
                        <a:lumMod val="75000"/>
                      </a:schemeClr>
                    </a:solidFill>
                  </a:rPr>
                  <a:t>to’plami</a:t>
                </a:r>
                <a:endParaRPr lang="ru-RU" sz="24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357178" y="5243887"/>
                <a:ext cx="2414121" cy="830997"/>
              </a:xfrm>
              <a:prstGeom prst="rect">
                <a:avLst/>
              </a:prstGeom>
              <a:blipFill>
                <a:blip r:embed="rId12"/>
                <a:stretch>
                  <a:fillRect l="-4040" t="-5839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 flipH="1">
                <a:off x="1147567" y="5243888"/>
                <a:ext cx="241412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 sz="2400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-natural </a:t>
                </a:r>
                <a:r>
                  <a:rPr lang="en-US" sz="2400" dirty="0" err="1" smtClean="0">
                    <a:solidFill>
                      <a:schemeClr val="accent6">
                        <a:lumMod val="75000"/>
                      </a:schemeClr>
                    </a:solidFill>
                  </a:rPr>
                  <a:t>sonlar</a:t>
                </a:r>
                <a:r>
                  <a:rPr lang="en-US" sz="2400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sz="2400" dirty="0" err="1" smtClean="0">
                    <a:solidFill>
                      <a:schemeClr val="accent6">
                        <a:lumMod val="75000"/>
                      </a:schemeClr>
                    </a:solidFill>
                  </a:rPr>
                  <a:t>to’plami</a:t>
                </a:r>
                <a:endParaRPr lang="ru-RU" sz="24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147567" y="5243888"/>
                <a:ext cx="2414121" cy="830997"/>
              </a:xfrm>
              <a:prstGeom prst="rect">
                <a:avLst/>
              </a:prstGeom>
              <a:blipFill>
                <a:blip r:embed="rId13"/>
                <a:stretch>
                  <a:fillRect l="-3788" t="-5839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1863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5" grpId="0"/>
      <p:bldP spid="14" grpId="0" animBg="1"/>
      <p:bldP spid="15" grpId="0" animBg="1"/>
      <p:bldP spid="16" grpId="0" animBg="1"/>
      <p:bldP spid="18" grpId="0" animBg="1"/>
      <p:bldP spid="19" grpId="0" animBg="1"/>
      <p:bldP spid="20" grpId="0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534540" y="3028482"/>
            <a:ext cx="2928505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 err="1">
                <a:solidFill>
                  <a:srgbClr val="002060"/>
                </a:solidFill>
              </a:rPr>
              <a:t>Ketma-ketlikning</a:t>
            </a:r>
            <a:r>
              <a:rPr lang="en-US" sz="2000" dirty="0">
                <a:solidFill>
                  <a:srgbClr val="002060"/>
                </a:solidFill>
              </a:rPr>
              <a:t> </a:t>
            </a:r>
            <a:r>
              <a:rPr lang="en-US" sz="2000" dirty="0" err="1">
                <a:solidFill>
                  <a:srgbClr val="002060"/>
                </a:solidFill>
              </a:rPr>
              <a:t>qiymatlari</a:t>
            </a:r>
            <a:r>
              <a:rPr lang="en-US" sz="2000" dirty="0">
                <a:solidFill>
                  <a:srgbClr val="002060"/>
                </a:solidFill>
              </a:rPr>
              <a:t> </a:t>
            </a:r>
            <a:r>
              <a:rPr lang="en-US" sz="2000" dirty="0" err="1">
                <a:solidFill>
                  <a:srgbClr val="002060"/>
                </a:solidFill>
              </a:rPr>
              <a:t>to‘plami</a:t>
            </a:r>
            <a:r>
              <a:rPr lang="en-US" sz="2000" dirty="0">
                <a:solidFill>
                  <a:srgbClr val="002060"/>
                </a:solidFill>
              </a:rPr>
              <a:t> </a:t>
            </a:r>
            <a:r>
              <a:rPr lang="en-US" sz="2000" dirty="0" smtClean="0">
                <a:solidFill>
                  <a:srgbClr val="002060"/>
                </a:solidFill>
              </a:rPr>
              <a:t>CHEKLI </a:t>
            </a:r>
            <a:r>
              <a:rPr lang="en-US" sz="2000" dirty="0" err="1" smtClean="0">
                <a:solidFill>
                  <a:srgbClr val="002060"/>
                </a:solidFill>
              </a:rPr>
              <a:t>yoki</a:t>
            </a:r>
            <a:r>
              <a:rPr lang="en-US" sz="2000" dirty="0" smtClean="0">
                <a:solidFill>
                  <a:srgbClr val="002060"/>
                </a:solidFill>
              </a:rPr>
              <a:t> CHEKSIZ, </a:t>
            </a:r>
            <a:r>
              <a:rPr lang="en-US" sz="2000" dirty="0" err="1" smtClean="0">
                <a:solidFill>
                  <a:srgbClr val="002060"/>
                </a:solidFill>
              </a:rPr>
              <a:t>hadlari</a:t>
            </a:r>
            <a:r>
              <a:rPr lang="en-US" sz="2000" dirty="0" smtClean="0">
                <a:solidFill>
                  <a:srgbClr val="002060"/>
                </a:solidFill>
              </a:rPr>
              <a:t> </a:t>
            </a:r>
            <a:r>
              <a:rPr lang="en-US" sz="2000" dirty="0" err="1" smtClean="0">
                <a:solidFill>
                  <a:srgbClr val="002060"/>
                </a:solidFill>
              </a:rPr>
              <a:t>to‘plami</a:t>
            </a:r>
            <a:r>
              <a:rPr lang="en-US" sz="2000" dirty="0" smtClean="0">
                <a:solidFill>
                  <a:srgbClr val="002060"/>
                </a:solidFill>
              </a:rPr>
              <a:t> </a:t>
            </a:r>
            <a:r>
              <a:rPr lang="en-US" sz="2000" dirty="0" err="1">
                <a:solidFill>
                  <a:srgbClr val="002060"/>
                </a:solidFill>
              </a:rPr>
              <a:t>hamma</a:t>
            </a:r>
            <a:r>
              <a:rPr lang="en-US" sz="2000" dirty="0">
                <a:solidFill>
                  <a:srgbClr val="002060"/>
                </a:solidFill>
              </a:rPr>
              <a:t> </a:t>
            </a:r>
            <a:r>
              <a:rPr lang="en-US" sz="2000" dirty="0" err="1">
                <a:solidFill>
                  <a:srgbClr val="002060"/>
                </a:solidFill>
              </a:rPr>
              <a:t>vaqt</a:t>
            </a:r>
            <a:r>
              <a:rPr lang="en-US" sz="2000" dirty="0">
                <a:solidFill>
                  <a:srgbClr val="002060"/>
                </a:solidFill>
              </a:rPr>
              <a:t> </a:t>
            </a:r>
            <a:r>
              <a:rPr lang="en-US" sz="2000" dirty="0" err="1">
                <a:solidFill>
                  <a:srgbClr val="002060"/>
                </a:solidFill>
              </a:rPr>
              <a:t>cheksiz</a:t>
            </a:r>
            <a:r>
              <a:rPr lang="en-US" sz="2000" dirty="0">
                <a:solidFill>
                  <a:srgbClr val="002060"/>
                </a:solidFill>
              </a:rPr>
              <a:t>  </a:t>
            </a:r>
            <a:r>
              <a:rPr lang="en-US" sz="2000" dirty="0" err="1" smtClean="0">
                <a:solidFill>
                  <a:srgbClr val="002060"/>
                </a:solidFill>
              </a:rPr>
              <a:t>to‘plamdir</a:t>
            </a:r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1004168" y="2933702"/>
            <a:ext cx="3733800" cy="1820776"/>
          </a:xfrm>
          <a:prstGeom prst="roundRect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Группа 25"/>
          <p:cNvGrpSpPr/>
          <p:nvPr/>
        </p:nvGrpSpPr>
        <p:grpSpPr>
          <a:xfrm>
            <a:off x="6727185" y="2010280"/>
            <a:ext cx="3123390" cy="1651339"/>
            <a:chOff x="4657254" y="1657350"/>
            <a:chExt cx="3505415" cy="203343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Прямоугольник 13"/>
                <p:cNvSpPr/>
                <p:nvPr/>
              </p:nvSpPr>
              <p:spPr>
                <a:xfrm>
                  <a:off x="5081991" y="2401081"/>
                  <a:ext cx="2581103" cy="523009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363538" lvl="0" defTabSz="914400">
                    <a:lnSpc>
                      <a:spcPct val="90000"/>
                    </a:lnSpc>
                    <a:spcBef>
                      <a:spcPts val="100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  <m:sup>
                            <m: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p>
                        </m:sSup>
                      </m:oMath>
                    </m:oMathPara>
                  </a14:m>
                  <a:endParaRPr lang="en-US" sz="24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" name="Прямоугольник 1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81991" y="2401081"/>
                  <a:ext cx="2581103" cy="52300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Выноска со стрелками влево/вправо 24"/>
            <p:cNvSpPr/>
            <p:nvPr/>
          </p:nvSpPr>
          <p:spPr>
            <a:xfrm>
              <a:off x="4657254" y="1657350"/>
              <a:ext cx="3505415" cy="2033434"/>
            </a:xfrm>
            <a:prstGeom prst="leftRightArrowCallout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2" name="Группа 31"/>
          <p:cNvGrpSpPr/>
          <p:nvPr/>
        </p:nvGrpSpPr>
        <p:grpSpPr>
          <a:xfrm>
            <a:off x="5241221" y="1940143"/>
            <a:ext cx="1552504" cy="1791611"/>
            <a:chOff x="5241632" y="1940143"/>
            <a:chExt cx="1552504" cy="1791611"/>
          </a:xfrm>
        </p:grpSpPr>
        <p:grpSp>
          <p:nvGrpSpPr>
            <p:cNvPr id="27" name="Группа 26"/>
            <p:cNvGrpSpPr/>
            <p:nvPr/>
          </p:nvGrpSpPr>
          <p:grpSpPr>
            <a:xfrm>
              <a:off x="5241632" y="2180231"/>
              <a:ext cx="1552504" cy="1200329"/>
              <a:chOff x="8590307" y="1476063"/>
              <a:chExt cx="1552504" cy="120032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" name="TextBox 1"/>
                  <p:cNvSpPr txBox="1"/>
                  <p:nvPr/>
                </p:nvSpPr>
                <p:spPr>
                  <a:xfrm flipH="1">
                    <a:off x="8590307" y="1476063"/>
                    <a:ext cx="697231" cy="120032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 smtClean="0">
                      <a:solidFill>
                        <a:srgbClr val="002060"/>
                      </a:solidFill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 smtClean="0">
                      <a:solidFill>
                        <a:srgbClr val="002060"/>
                      </a:solidFill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 smtClean="0">
                      <a:solidFill>
                        <a:srgbClr val="002060"/>
                      </a:solidFill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….</m:t>
                          </m:r>
                        </m:oMath>
                      </m:oMathPara>
                    </a14:m>
                    <a:endParaRPr lang="en-US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" name="TextBox 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8590307" y="1476063"/>
                    <a:ext cx="697231" cy="120032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" name="TextBox 2"/>
                  <p:cNvSpPr txBox="1"/>
                  <p:nvPr/>
                </p:nvSpPr>
                <p:spPr>
                  <a:xfrm>
                    <a:off x="9144000" y="1870008"/>
                    <a:ext cx="998811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=−1</m:t>
                          </m:r>
                        </m:oMath>
                      </m:oMathPara>
                    </a14:m>
                    <a:endParaRPr lang="en-US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" name="TextBox 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44000" y="1870008"/>
                    <a:ext cx="998811" cy="4616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9" name="Блок-схема: альтернативный процесс 28"/>
            <p:cNvSpPr/>
            <p:nvPr/>
          </p:nvSpPr>
          <p:spPr>
            <a:xfrm>
              <a:off x="5337989" y="1940143"/>
              <a:ext cx="1389195" cy="1791611"/>
            </a:xfrm>
            <a:prstGeom prst="flowChartAlternateProcess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" name="Группа 30"/>
          <p:cNvGrpSpPr/>
          <p:nvPr/>
        </p:nvGrpSpPr>
        <p:grpSpPr>
          <a:xfrm>
            <a:off x="9841091" y="1972056"/>
            <a:ext cx="1552504" cy="1791611"/>
            <a:chOff x="9890612" y="2033306"/>
            <a:chExt cx="1552504" cy="1791611"/>
          </a:xfrm>
        </p:grpSpPr>
        <p:grpSp>
          <p:nvGrpSpPr>
            <p:cNvPr id="28" name="Группа 27"/>
            <p:cNvGrpSpPr/>
            <p:nvPr/>
          </p:nvGrpSpPr>
          <p:grpSpPr>
            <a:xfrm>
              <a:off x="9890612" y="2235786"/>
              <a:ext cx="1552504" cy="1200329"/>
              <a:chOff x="8590307" y="2835174"/>
              <a:chExt cx="1552504" cy="120032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/>
                  <p:cNvSpPr txBox="1"/>
                  <p:nvPr/>
                </p:nvSpPr>
                <p:spPr>
                  <a:xfrm flipH="1">
                    <a:off x="8590307" y="2835174"/>
                    <a:ext cx="697231" cy="120032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 smtClean="0">
                      <a:solidFill>
                        <a:srgbClr val="002060"/>
                      </a:solidFill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 smtClean="0">
                      <a:solidFill>
                        <a:srgbClr val="002060"/>
                      </a:solidFill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 smtClean="0">
                      <a:solidFill>
                        <a:srgbClr val="002060"/>
                      </a:solidFill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….</m:t>
                          </m:r>
                        </m:oMath>
                      </m:oMathPara>
                    </a14:m>
                    <a:endParaRPr lang="en-US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2" name="TextBox 1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8590307" y="2835174"/>
                    <a:ext cx="697231" cy="120032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/>
                  <p:cNvSpPr txBox="1"/>
                  <p:nvPr/>
                </p:nvSpPr>
                <p:spPr>
                  <a:xfrm>
                    <a:off x="9144000" y="3229119"/>
                    <a:ext cx="998811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oMath>
                      </m:oMathPara>
                    </a14:m>
                    <a:endParaRPr lang="en-US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3" name="TextBox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44000" y="3229119"/>
                    <a:ext cx="998811" cy="461665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0" name="Блок-схема: альтернативный процесс 29"/>
            <p:cNvSpPr/>
            <p:nvPr/>
          </p:nvSpPr>
          <p:spPr>
            <a:xfrm>
              <a:off x="9893245" y="2033306"/>
              <a:ext cx="1389195" cy="1791611"/>
            </a:xfrm>
            <a:prstGeom prst="flowChartAlternateProcess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Группа 10"/>
          <p:cNvGrpSpPr/>
          <p:nvPr/>
        </p:nvGrpSpPr>
        <p:grpSpPr>
          <a:xfrm>
            <a:off x="5862151" y="4209345"/>
            <a:ext cx="3341623" cy="1791611"/>
            <a:chOff x="5862151" y="4209345"/>
            <a:chExt cx="3341623" cy="179161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Прямоугольник 8"/>
                <p:cNvSpPr/>
                <p:nvPr/>
              </p:nvSpPr>
              <p:spPr>
                <a:xfrm>
                  <a:off x="5862151" y="4837477"/>
                  <a:ext cx="1807422" cy="4247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363538" lvl="0" defTabSz="914400">
                    <a:lnSpc>
                      <a:spcPct val="90000"/>
                    </a:lnSpc>
                    <a:spcBef>
                      <a:spcPts val="100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ru-RU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" name="Прямоугольник 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62151" y="4837477"/>
                  <a:ext cx="1807422" cy="4247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" name="Группа 7"/>
            <p:cNvGrpSpPr/>
            <p:nvPr/>
          </p:nvGrpSpPr>
          <p:grpSpPr>
            <a:xfrm>
              <a:off x="6294319" y="4209345"/>
              <a:ext cx="2909455" cy="1791611"/>
              <a:chOff x="6726773" y="4627418"/>
              <a:chExt cx="2909455" cy="1791611"/>
            </a:xfrm>
          </p:grpSpPr>
          <p:sp>
            <p:nvSpPr>
              <p:cNvPr id="10" name="Выноска со стрелкой вправо 9"/>
              <p:cNvSpPr/>
              <p:nvPr/>
            </p:nvSpPr>
            <p:spPr>
              <a:xfrm>
                <a:off x="6726773" y="4627418"/>
                <a:ext cx="1528766" cy="1704109"/>
              </a:xfrm>
              <a:prstGeom prst="rightArrowCallout">
                <a:avLst/>
              </a:prstGeom>
              <a:noFill/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4" name="Группа 33"/>
              <p:cNvGrpSpPr/>
              <p:nvPr/>
            </p:nvGrpSpPr>
            <p:grpSpPr>
              <a:xfrm>
                <a:off x="8247033" y="4627418"/>
                <a:ext cx="1389195" cy="1791611"/>
                <a:chOff x="5337989" y="1940143"/>
                <a:chExt cx="1389195" cy="179161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7" name="TextBox 36"/>
                    <p:cNvSpPr txBox="1"/>
                    <p:nvPr/>
                  </p:nvSpPr>
                  <p:spPr>
                    <a:xfrm flipH="1">
                      <a:off x="5468790" y="2084046"/>
                      <a:ext cx="1062060" cy="120032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oMath>
                        </m:oMathPara>
                      </a14:m>
                      <a:endParaRPr lang="en-US" b="0" dirty="0" smtClean="0">
                        <a:solidFill>
                          <a:srgbClr val="002060"/>
                        </a:solidFill>
                      </a:endParaRPr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=4</m:t>
                            </m:r>
                          </m:oMath>
                        </m:oMathPara>
                      </a14:m>
                      <a:endParaRPr lang="en-US" b="0" dirty="0" smtClean="0">
                        <a:solidFill>
                          <a:srgbClr val="002060"/>
                        </a:solidFill>
                      </a:endParaRPr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=9</m:t>
                            </m:r>
                          </m:oMath>
                        </m:oMathPara>
                      </a14:m>
                      <a:endParaRPr lang="en-US" b="0" dirty="0" smtClean="0">
                        <a:solidFill>
                          <a:srgbClr val="002060"/>
                        </a:solidFill>
                      </a:endParaRPr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….</m:t>
                            </m:r>
                          </m:oMath>
                        </m:oMathPara>
                      </a14:m>
                      <a:endParaRPr lang="en-US" dirty="0">
                        <a:solidFill>
                          <a:srgbClr val="00206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37" name="TextBox 36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flipH="1">
                      <a:off x="5468790" y="2084046"/>
                      <a:ext cx="1062060" cy="1200329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36" name="Блок-схема: альтернативный процесс 35"/>
                <p:cNvSpPr/>
                <p:nvPr/>
              </p:nvSpPr>
              <p:spPr>
                <a:xfrm>
                  <a:off x="5337989" y="1940143"/>
                  <a:ext cx="1389195" cy="1791611"/>
                </a:xfrm>
                <a:prstGeom prst="flowChartAlternateProcess">
                  <a:avLst/>
                </a:prstGeom>
                <a:noFill/>
                <a:ln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16" name="Скругленный прямоугольник 15"/>
          <p:cNvSpPr/>
          <p:nvPr/>
        </p:nvSpPr>
        <p:spPr>
          <a:xfrm>
            <a:off x="1681664" y="3661619"/>
            <a:ext cx="992263" cy="324127"/>
          </a:xfrm>
          <a:prstGeom prst="roundRect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Скругленный прямоугольник 16"/>
          <p:cNvSpPr/>
          <p:nvPr/>
        </p:nvSpPr>
        <p:spPr>
          <a:xfrm>
            <a:off x="3131127" y="3661619"/>
            <a:ext cx="1219200" cy="324127"/>
          </a:xfrm>
          <a:prstGeom prst="roundRect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Соединительная линия уступом 18"/>
          <p:cNvCxnSpPr/>
          <p:nvPr/>
        </p:nvCxnSpPr>
        <p:spPr>
          <a:xfrm flipV="1">
            <a:off x="1717186" y="2933703"/>
            <a:ext cx="3572213" cy="727916"/>
          </a:xfrm>
          <a:prstGeom prst="bentConnector3">
            <a:avLst>
              <a:gd name="adj1" fmla="val -32"/>
            </a:avLst>
          </a:prstGeom>
          <a:ln>
            <a:solidFill>
              <a:schemeClr val="accent6">
                <a:lumMod val="40000"/>
                <a:lumOff val="6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Соединительная линия уступом 34"/>
          <p:cNvCxnSpPr/>
          <p:nvPr/>
        </p:nvCxnSpPr>
        <p:spPr>
          <a:xfrm>
            <a:off x="4332281" y="3898636"/>
            <a:ext cx="1943992" cy="1281467"/>
          </a:xfrm>
          <a:prstGeom prst="bentConnector3">
            <a:avLst>
              <a:gd name="adj1" fmla="val 20067"/>
            </a:avLst>
          </a:prstGeom>
          <a:ln>
            <a:solidFill>
              <a:schemeClr val="accent6">
                <a:lumMod val="40000"/>
                <a:lumOff val="6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Заголовок 1">
            <a:extLst>
              <a:ext uri="{FF2B5EF4-FFF2-40B4-BE49-F238E27FC236}">
                <a16:creationId xmlns:a16="http://schemas.microsoft.com/office/drawing/2014/main" id="{4AA75EAB-C55C-4CB3-8F1A-43F4A841B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93731"/>
            <a:ext cx="12191999" cy="1315265"/>
          </a:xfrm>
          <a:solidFill>
            <a:srgbClr val="0070C0"/>
          </a:solidFill>
        </p:spPr>
        <p:txBody>
          <a:bodyPr/>
          <a:lstStyle/>
          <a:p>
            <a:r>
              <a:rPr lang="en-US" sz="3200" i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i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i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Sonli</a:t>
            </a:r>
            <a:r>
              <a:rPr lang="en-US" sz="3200" i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ketma-ketlik</a:t>
            </a:r>
            <a:r>
              <a:rPr lang="en-US" sz="32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tushunchasi</a:t>
            </a:r>
            <a:endParaRPr lang="en-US" sz="3200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5883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4"/>
              <p:cNvSpPr/>
              <p:nvPr/>
            </p:nvSpPr>
            <p:spPr>
              <a:xfrm>
                <a:off x="770663" y="2024593"/>
                <a:ext cx="5209309" cy="25455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63538" indent="0" algn="ctr">
                  <a:buNone/>
                </a:pPr>
                <a:r>
                  <a:rPr lang="en-US" dirty="0" smtClean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Bizga</a:t>
                </a:r>
                <a:r>
                  <a:rPr lang="en-US" b="1" i="1" dirty="0" smtClean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sub>
                    </m:sSub>
                    <m:r>
                      <a:rPr lang="en-US" b="1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b="1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b="1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den>
                    </m:f>
                  </m:oMath>
                </a14:m>
                <a:r>
                  <a:rPr lang="en-US" dirty="0" smtClean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US" dirty="0" err="1" smtClean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ketma-ketlik</a:t>
                </a:r>
                <a:r>
                  <a:rPr lang="en-US" dirty="0" smtClean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 smtClean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berilgan</a:t>
                </a:r>
                <a:r>
                  <a:rPr lang="en-US" dirty="0" smtClean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 smtClean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bo‘lsin</a:t>
                </a:r>
                <a:r>
                  <a:rPr lang="en-US" dirty="0" smtClean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dirty="0" err="1" smtClean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uning</a:t>
                </a:r>
                <a:r>
                  <a:rPr lang="en-US" dirty="0" smtClean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 smtClean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hadlarini</a:t>
                </a:r>
                <a:r>
                  <a:rPr lang="en-US" dirty="0" smtClean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 smtClean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ketma-ket</a:t>
                </a:r>
                <a:r>
                  <a:rPr lang="en-US" dirty="0" smtClean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 smtClean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hisoblaylik</a:t>
                </a:r>
                <a:endParaRPr lang="en-US" dirty="0" smtClean="0">
                  <a:solidFill>
                    <a:schemeClr val="accent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63538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US" dirty="0" smtClean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US" dirty="0" smtClean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363538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=2</m:t>
                    </m:r>
                  </m:oMath>
                </a14:m>
                <a:r>
                  <a:rPr lang="en-US" dirty="0" smtClean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b="0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dirty="0" smtClean="0">
                  <a:solidFill>
                    <a:schemeClr val="accent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63538" indent="0" algn="ctr">
                  <a:buNone/>
                </a:pPr>
                <a:r>
                  <a:rPr lang="en-US" dirty="0" smtClean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……</a:t>
                </a:r>
              </a:p>
              <a:p>
                <a:pPr marL="363538" indent="0" algn="ctr">
                  <a:buNone/>
                </a:pPr>
                <a:r>
                  <a:rPr lang="en-US" dirty="0" smtClean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 </a:t>
                </a:r>
                <a:r>
                  <a:rPr lang="en-US" dirty="0" err="1" smtClean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ketma-ketlikning</a:t>
                </a:r>
                <a:r>
                  <a:rPr lang="en-US" dirty="0" smtClean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 smtClean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hadlari</a:t>
                </a:r>
                <a:r>
                  <a:rPr lang="en-US" dirty="0" smtClean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dirty="0" smtClean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 smtClean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kattalashib</a:t>
                </a:r>
                <a:r>
                  <a:rPr lang="en-US" dirty="0" smtClean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 smtClean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borgan</a:t>
                </a:r>
                <a:r>
                  <a:rPr lang="en-US" dirty="0" smtClean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sari 0 </a:t>
                </a:r>
                <a:r>
                  <a:rPr lang="en-US" dirty="0" err="1" smtClean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ga</a:t>
                </a:r>
                <a:r>
                  <a:rPr lang="en-US" dirty="0" smtClean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 smtClean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intilib</a:t>
                </a:r>
                <a:r>
                  <a:rPr lang="en-US" dirty="0" smtClean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 smtClean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boradi</a:t>
                </a:r>
                <a:r>
                  <a:rPr lang="en-US" dirty="0" smtClean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Bu </a:t>
                </a:r>
                <a:r>
                  <a:rPr lang="en-US" dirty="0" err="1" smtClean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jarayon</a:t>
                </a:r>
                <a:r>
                  <a:rPr lang="en-US" dirty="0" smtClean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limit </a:t>
                </a:r>
                <a:r>
                  <a:rPr lang="en-US" dirty="0" err="1" smtClean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tushunchasiga</a:t>
                </a:r>
                <a:r>
                  <a:rPr lang="en-US" dirty="0" smtClean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 smtClean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olib</a:t>
                </a:r>
                <a:r>
                  <a:rPr lang="en-US" dirty="0" smtClean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 smtClean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keladi</a:t>
                </a:r>
                <a:r>
                  <a:rPr lang="en-US" dirty="0" smtClean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u-RU" dirty="0">
                  <a:solidFill>
                    <a:schemeClr val="accent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663" y="2024593"/>
                <a:ext cx="5209309" cy="2545569"/>
              </a:xfrm>
              <a:prstGeom prst="rect">
                <a:avLst/>
              </a:prstGeom>
              <a:blipFill>
                <a:blip r:embed="rId2"/>
                <a:stretch>
                  <a:fillRect b="-28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Таблица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68930105"/>
                  </p:ext>
                </p:extLst>
              </p:nvPr>
            </p:nvGraphicFramePr>
            <p:xfrm>
              <a:off x="7935186" y="1508078"/>
              <a:ext cx="2396840" cy="4793265"/>
            </p:xfrm>
            <a:graphic>
              <a:graphicData uri="http://schemas.openxmlformats.org/drawingml/2006/table">
                <a:tbl>
                  <a:tblPr firstRow="1" bandRow="1">
                    <a:tableStyleId>{E8B1032C-EA38-4F05-BA0D-38AFFFC7BED3}</a:tableStyleId>
                  </a:tblPr>
                  <a:tblGrid>
                    <a:gridCol w="1198420">
                      <a:extLst>
                        <a:ext uri="{9D8B030D-6E8A-4147-A177-3AD203B41FA5}">
                          <a16:colId xmlns:a16="http://schemas.microsoft.com/office/drawing/2014/main" val="1155244847"/>
                        </a:ext>
                      </a:extLst>
                    </a:gridCol>
                    <a:gridCol w="1198420">
                      <a:extLst>
                        <a:ext uri="{9D8B030D-6E8A-4147-A177-3AD203B41FA5}">
                          <a16:colId xmlns:a16="http://schemas.microsoft.com/office/drawing/2014/main" val="584953398"/>
                        </a:ext>
                      </a:extLst>
                    </a:gridCol>
                  </a:tblGrid>
                  <a:tr h="31955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sz="1400" b="1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1400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646524"/>
                      </a:ext>
                    </a:extLst>
                  </a:tr>
                  <a:tr h="3195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1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1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0472860"/>
                      </a:ext>
                    </a:extLst>
                  </a:tr>
                  <a:tr h="3195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2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0.5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31036043"/>
                      </a:ext>
                    </a:extLst>
                  </a:tr>
                  <a:tr h="3195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3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0.333..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5454528"/>
                      </a:ext>
                    </a:extLst>
                  </a:tr>
                  <a:tr h="3195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4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0.25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09539650"/>
                      </a:ext>
                    </a:extLst>
                  </a:tr>
                  <a:tr h="3195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5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0.2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2740142"/>
                      </a:ext>
                    </a:extLst>
                  </a:tr>
                  <a:tr h="3195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6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0.166…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3552457"/>
                      </a:ext>
                    </a:extLst>
                  </a:tr>
                  <a:tr h="3195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……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……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3408711"/>
                      </a:ext>
                    </a:extLst>
                  </a:tr>
                  <a:tr h="3195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10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0.1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58798035"/>
                      </a:ext>
                    </a:extLst>
                  </a:tr>
                  <a:tr h="3195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…..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….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6396645"/>
                      </a:ext>
                    </a:extLst>
                  </a:tr>
                  <a:tr h="3195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100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0.01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63838168"/>
                      </a:ext>
                    </a:extLst>
                  </a:tr>
                  <a:tr h="3195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…..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…..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0762010"/>
                      </a:ext>
                    </a:extLst>
                  </a:tr>
                  <a:tr h="3195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1000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0.001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24806727"/>
                      </a:ext>
                    </a:extLst>
                  </a:tr>
                  <a:tr h="31955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↓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↓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691822"/>
                      </a:ext>
                    </a:extLst>
                  </a:tr>
                  <a:tr h="31955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157656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Таблица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68930105"/>
                  </p:ext>
                </p:extLst>
              </p:nvPr>
            </p:nvGraphicFramePr>
            <p:xfrm>
              <a:off x="7935186" y="1508078"/>
              <a:ext cx="2396840" cy="4793265"/>
            </p:xfrm>
            <a:graphic>
              <a:graphicData uri="http://schemas.openxmlformats.org/drawingml/2006/table">
                <a:tbl>
                  <a:tblPr firstRow="1" bandRow="1">
                    <a:tableStyleId>{E8B1032C-EA38-4F05-BA0D-38AFFFC7BED3}</a:tableStyleId>
                  </a:tblPr>
                  <a:tblGrid>
                    <a:gridCol w="1198420">
                      <a:extLst>
                        <a:ext uri="{9D8B030D-6E8A-4147-A177-3AD203B41FA5}">
                          <a16:colId xmlns:a16="http://schemas.microsoft.com/office/drawing/2014/main" val="1155244847"/>
                        </a:ext>
                      </a:extLst>
                    </a:gridCol>
                    <a:gridCol w="1198420">
                      <a:extLst>
                        <a:ext uri="{9D8B030D-6E8A-4147-A177-3AD203B41FA5}">
                          <a16:colId xmlns:a16="http://schemas.microsoft.com/office/drawing/2014/main" val="584953398"/>
                        </a:ext>
                      </a:extLst>
                    </a:gridCol>
                  </a:tblGrid>
                  <a:tr h="3195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8" t="-1923" r="-102030" b="-14173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508" t="-1923" r="-2030" b="-14173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646524"/>
                      </a:ext>
                    </a:extLst>
                  </a:tr>
                  <a:tr h="3195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1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1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0472860"/>
                      </a:ext>
                    </a:extLst>
                  </a:tr>
                  <a:tr h="3195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2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0.5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31036043"/>
                      </a:ext>
                    </a:extLst>
                  </a:tr>
                  <a:tr h="3195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3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0.333..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5454528"/>
                      </a:ext>
                    </a:extLst>
                  </a:tr>
                  <a:tr h="3195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4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0.25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09539650"/>
                      </a:ext>
                    </a:extLst>
                  </a:tr>
                  <a:tr h="3195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5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0.2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2740142"/>
                      </a:ext>
                    </a:extLst>
                  </a:tr>
                  <a:tr h="3195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6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0.166…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3552457"/>
                      </a:ext>
                    </a:extLst>
                  </a:tr>
                  <a:tr h="3195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……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……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3408711"/>
                      </a:ext>
                    </a:extLst>
                  </a:tr>
                  <a:tr h="3195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10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0.1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58798035"/>
                      </a:ext>
                    </a:extLst>
                  </a:tr>
                  <a:tr h="3195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…..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….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6396645"/>
                      </a:ext>
                    </a:extLst>
                  </a:tr>
                  <a:tr h="3195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100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0.01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63838168"/>
                      </a:ext>
                    </a:extLst>
                  </a:tr>
                  <a:tr h="3195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…..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…..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0762010"/>
                      </a:ext>
                    </a:extLst>
                  </a:tr>
                  <a:tr h="3195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1000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0.001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24806727"/>
                      </a:ext>
                    </a:extLst>
                  </a:tr>
                  <a:tr h="3195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8" t="-1288679" r="-102030" b="-1018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508" t="-1288679" r="-2030" b="-1018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691822"/>
                      </a:ext>
                    </a:extLst>
                  </a:tr>
                  <a:tr h="3195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8" t="-1415385" r="-102030" b="-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508" t="-1415385" r="-2030" b="-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157656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Стрелка вниз 5"/>
          <p:cNvSpPr/>
          <p:nvPr/>
        </p:nvSpPr>
        <p:spPr>
          <a:xfrm rot="16200000" flipH="1">
            <a:off x="6618581" y="3010326"/>
            <a:ext cx="326440" cy="900546"/>
          </a:xfrm>
          <a:prstGeom prst="downArrow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4AA75EAB-C55C-4CB3-8F1A-43F4A841B22A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12191999" cy="1315265"/>
          </a:xfrm>
          <a:prstGeom prst="rect">
            <a:avLst/>
          </a:prstGeom>
          <a:solidFill>
            <a:srgbClr val="0070C0"/>
          </a:solidFill>
        </p:spPr>
        <p:txBody>
          <a:bodyPr vert="horz" lIns="91440" tIns="45720" rIns="91440" bIns="45720" rtlCol="0" anchor="t">
            <a:noAutofit/>
          </a:bodyPr>
          <a:lstStyle>
            <a:defPPr>
              <a:defRPr lang="ru-RU"/>
            </a:defPPr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44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2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i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Ketma-ketlikNING</a:t>
            </a:r>
            <a:r>
              <a:rPr lang="en-US" sz="3200" i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limiti</a:t>
            </a:r>
            <a:endParaRPr lang="en-US" sz="3200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70553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4"/>
              <p:cNvSpPr/>
              <p:nvPr/>
            </p:nvSpPr>
            <p:spPr>
              <a:xfrm>
                <a:off x="1172441" y="1775365"/>
                <a:ext cx="9847117" cy="344184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63538" indent="0">
                  <a:buNone/>
                </a:pPr>
                <a:r>
                  <a:rPr lang="en-US" sz="2000" b="1" i="1" dirty="0" smtClean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1-ta’rif</a:t>
                </a:r>
                <a:r>
                  <a:rPr lang="en-US" sz="2000" b="1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Agar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ixtiyoriy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musbat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soni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uchun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shunday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soni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𝜀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ga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bog‘liq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nomer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topilsaki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dan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katta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barcha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lar uchun |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|&lt;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tengsizlik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bajarilsa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ketma-ketlikning</a:t>
                </a:r>
                <a:r>
                  <a:rPr lang="en-US" sz="20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limiti</a:t>
                </a:r>
                <a:r>
                  <a:rPr lang="en-US" sz="20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deyiladi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va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ru-RU" sz="20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ru-RU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func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kabi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yoziladi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yoki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→∞ 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deb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belgilanadi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63538" indent="0"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Bu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ta’rifni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logik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simvollar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yordamida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quyidagicha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yozish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mumkin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63538" indent="0"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&gt;0,  ∃</m:t>
                    </m:r>
                    <m:sSub>
                      <m:sSubPr>
                        <m:ctrlPr>
                          <a:rPr lang="ru-RU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ru-RU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ru-RU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d>
                          <m:dPr>
                            <m:ctrlPr>
                              <a:rPr lang="ru-RU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</m:d>
                      </m:e>
                    </m:d>
                    <m:r>
                      <a:rPr lang="en-US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  ∀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ru-RU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begChr m:val="|"/>
                        <m:endChr m:val="|"/>
                        <m:ctrlPr>
                          <a:rPr lang="ru-RU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endParaRPr lang="ru-RU" sz="20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63538" indent="0">
                  <a:buNone/>
                </a:pP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tengsizligi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bajarilsa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soni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ketma-ketlikning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limiti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deyiladi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63538" indent="0">
                  <a:buNone/>
                </a:pP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Demak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63538" indent="0" algn="ctr">
                  <a:buNone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ru-RU" sz="20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ru-RU" sz="2000" i="1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latin typeface="Cambria Math" panose="02040503050406030204" pitchFamily="18" charset="0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sSub>
                              <m:sSubPr>
                                <m:ctrlPr>
                                  <a:rPr lang="ru-RU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func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⇔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&gt;0,  ∃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   ∀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begChr m:val="|"/>
                        <m:endChr m:val="|"/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endParaRPr lang="en-US" sz="2000" dirty="0" smtClean="0">
                  <a:latin typeface="Times New Roman" panose="02020603050405020304" pitchFamily="18" charset="0"/>
                </a:endParaRPr>
              </a:p>
              <a:p>
                <a:pPr marL="363538" indent="0" algn="ctr">
                  <a:buNone/>
                </a:pPr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Agar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ketma-ketlikning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limiti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mavjud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bo‘lsa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ketma-ketlik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yaqinlashuvchi</a:t>
                </a:r>
                <a:r>
                  <a:rPr lang="en-US" sz="2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deyiladi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2441" y="1775365"/>
                <a:ext cx="9847117" cy="3441840"/>
              </a:xfrm>
              <a:prstGeom prst="rect">
                <a:avLst/>
              </a:prstGeom>
              <a:blipFill>
                <a:blip r:embed="rId2"/>
                <a:stretch>
                  <a:fillRect t="-885" b="-30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4AA75EAB-C55C-4CB3-8F1A-43F4A841B22A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1999" cy="1315265"/>
          </a:xfrm>
          <a:prstGeom prst="rect">
            <a:avLst/>
          </a:prstGeom>
          <a:solidFill>
            <a:srgbClr val="0070C0"/>
          </a:solidFill>
        </p:spPr>
        <p:txBody>
          <a:bodyPr vert="horz" lIns="91440" tIns="45720" rIns="91440" bIns="45720" rtlCol="0" anchor="t">
            <a:noAutofit/>
          </a:bodyPr>
          <a:lstStyle>
            <a:defPPr>
              <a:defRPr lang="ru-RU"/>
            </a:defPPr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44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2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Ketma-ketlik</a:t>
            </a:r>
            <a:r>
              <a:rPr lang="en-US" sz="32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limitining</a:t>
            </a:r>
            <a:r>
              <a:rPr lang="en-US" sz="32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ta’rifi</a:t>
            </a:r>
            <a:endParaRPr lang="en-US" sz="3200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73126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Заголовок 1">
                <a:extLst>
                  <a:ext uri="{FF2B5EF4-FFF2-40B4-BE49-F238E27FC236}">
                    <a16:creationId xmlns:a16="http://schemas.microsoft.com/office/drawing/2014/main" id="{12D3C9CC-F0AD-4F56-9B0F-18ED29C3B4C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06383" y="1248204"/>
                <a:ext cx="5986160" cy="988256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85000"/>
                  </a:lnSpc>
                  <a:spcBef>
                    <a:spcPct val="0"/>
                  </a:spcBef>
                  <a:buNone/>
                  <a:defRPr sz="5400" kern="1200" spc="-120" baseline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en-US" sz="2400" noProof="1" smtClean="0">
                    <a:solidFill>
                      <a:srgbClr val="00206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Agar ixtiyoriy </a:t>
                </a:r>
                <a14:m>
                  <m:oMath xmlns:m="http://schemas.openxmlformats.org/officeDocument/2006/math">
                    <m:r>
                      <a:rPr lang="en-US" sz="2400" i="1" noProof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400" noProof="1" smtClean="0">
                    <a:solidFill>
                      <a:srgbClr val="00206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musbat soni olinganda ham</a:t>
                </a:r>
                <a:endParaRPr lang="ru-RU" sz="2400" noProof="1">
                  <a:solidFill>
                    <a:srgbClr val="00206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Заголовок 1">
                <a:extLst>
                  <a:ext uri="{FF2B5EF4-FFF2-40B4-BE49-F238E27FC236}">
                    <a16:creationId xmlns:a16="http://schemas.microsoft.com/office/drawing/2014/main" id="{12D3C9CC-F0AD-4F56-9B0F-18ED29C3B4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383" y="1248204"/>
                <a:ext cx="5986160" cy="98825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 flipH="1">
                <a:off x="7704355" y="1586540"/>
                <a:ext cx="406429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sz="20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sz="20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US" sz="20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704355" y="1586540"/>
                <a:ext cx="4064291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Заголовок 1">
                <a:extLst>
                  <a:ext uri="{FF2B5EF4-FFF2-40B4-BE49-F238E27FC236}">
                    <a16:creationId xmlns:a16="http://schemas.microsoft.com/office/drawing/2014/main" id="{12D3C9CC-F0AD-4F56-9B0F-18ED29C3B4C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3728" y="2285377"/>
                <a:ext cx="5986160" cy="712883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/>
              </a:bodyPr>
              <a:lstStyle>
                <a:lvl1pPr algn="l" defTabSz="914400" rtl="0" eaLnBrk="1" latinLnBrk="0" hangingPunct="1">
                  <a:lnSpc>
                    <a:spcPct val="80000"/>
                  </a:lnSpc>
                  <a:spcBef>
                    <a:spcPct val="0"/>
                  </a:spcBef>
                  <a:buNone/>
                  <a:defRPr sz="8800" kern="1200" spc="-120" baseline="0">
                    <a:solidFill>
                      <a:srgbClr val="FFFFFF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en-US" sz="2400" noProof="1" smtClean="0">
                    <a:solidFill>
                      <a:srgbClr val="00206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Shunday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noProof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noProof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b="0" i="1" noProof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noProof="1" smtClean="0">
                    <a:solidFill>
                      <a:srgbClr val="00206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sz="2400" i="1" noProof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400" noProof="1" smtClean="0">
                    <a:solidFill>
                      <a:srgbClr val="00206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ga bog‘liq) nomer topilsaki</a:t>
                </a:r>
                <a:endParaRPr lang="ru-RU" sz="2400" noProof="1">
                  <a:solidFill>
                    <a:srgbClr val="00206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Заголовок 1">
                <a:extLst>
                  <a:ext uri="{FF2B5EF4-FFF2-40B4-BE49-F238E27FC236}">
                    <a16:creationId xmlns:a16="http://schemas.microsoft.com/office/drawing/2014/main" id="{12D3C9CC-F0AD-4F56-9B0F-18ED29C3B4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728" y="2285377"/>
                <a:ext cx="5986160" cy="712883"/>
              </a:xfrm>
              <a:prstGeom prst="rect">
                <a:avLst/>
              </a:prstGeom>
              <a:blipFill>
                <a:blip r:embed="rId4"/>
                <a:stretch>
                  <a:fillRect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 flipH="1">
                <a:off x="7973880" y="2532939"/>
                <a:ext cx="376950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∃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sz="20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)∈</m:t>
                      </m:r>
                      <m:r>
                        <a:rPr lang="en-US" sz="20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sz="20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973880" y="2532939"/>
                <a:ext cx="3769508" cy="400110"/>
              </a:xfrm>
              <a:prstGeom prst="rect">
                <a:avLst/>
              </a:prstGeom>
              <a:blipFill>
                <a:blip r:embed="rId5"/>
                <a:stretch>
                  <a:fillRect b="-16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Заголовок 1">
                <a:extLst>
                  <a:ext uri="{FF2B5EF4-FFF2-40B4-BE49-F238E27FC236}">
                    <a16:creationId xmlns:a16="http://schemas.microsoft.com/office/drawing/2014/main" id="{12D3C9CC-F0AD-4F56-9B0F-18ED29C3B4C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06383" y="3462169"/>
                <a:ext cx="5986160" cy="670062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/>
              </a:bodyPr>
              <a:lstStyle>
                <a:lvl1pPr algn="l" defTabSz="914400" rtl="0" eaLnBrk="1" latinLnBrk="0" hangingPunct="1">
                  <a:lnSpc>
                    <a:spcPct val="80000"/>
                  </a:lnSpc>
                  <a:spcBef>
                    <a:spcPct val="0"/>
                  </a:spcBef>
                  <a:buNone/>
                  <a:defRPr sz="8800" kern="1200" spc="-120" baseline="0">
                    <a:solidFill>
                      <a:srgbClr val="FFFFFF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noProof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noProof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b="0" i="1" noProof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noProof="1" smtClean="0">
                    <a:solidFill>
                      <a:srgbClr val="00206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dan katta barcha </a:t>
                </a:r>
                <a14:m>
                  <m:oMath xmlns:m="http://schemas.openxmlformats.org/officeDocument/2006/math">
                    <m:r>
                      <a:rPr lang="en-US" sz="2400" b="0" i="1" noProof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noProof="1" smtClean="0">
                    <a:solidFill>
                      <a:srgbClr val="00206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lar uchun </a:t>
                </a:r>
                <a:endParaRPr lang="ru-RU" sz="2400" noProof="1">
                  <a:solidFill>
                    <a:srgbClr val="00206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Заголовок 1">
                <a:extLst>
                  <a:ext uri="{FF2B5EF4-FFF2-40B4-BE49-F238E27FC236}">
                    <a16:creationId xmlns:a16="http://schemas.microsoft.com/office/drawing/2014/main" id="{12D3C9CC-F0AD-4F56-9B0F-18ED29C3B4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383" y="3462169"/>
                <a:ext cx="5986160" cy="670062"/>
              </a:xfrm>
              <a:prstGeom prst="rect">
                <a:avLst/>
              </a:prstGeom>
              <a:blipFill>
                <a:blip r:embed="rId6"/>
                <a:stretch>
                  <a:fillRect b="-2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 flipH="1">
                <a:off x="7851747" y="3698270"/>
                <a:ext cx="376950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sz="20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sz="20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851747" y="3698270"/>
                <a:ext cx="3769508" cy="400110"/>
              </a:xfrm>
              <a:prstGeom prst="rect">
                <a:avLst/>
              </a:prstGeom>
              <a:blipFill>
                <a:blip r:embed="rId7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Стрелка вправо 10"/>
          <p:cNvSpPr/>
          <p:nvPr/>
        </p:nvSpPr>
        <p:spPr>
          <a:xfrm>
            <a:off x="6833136" y="1800418"/>
            <a:ext cx="553628" cy="107202"/>
          </a:xfrm>
          <a:prstGeom prst="rightArrow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2" name="Стрелка вправо 11"/>
          <p:cNvSpPr/>
          <p:nvPr/>
        </p:nvSpPr>
        <p:spPr>
          <a:xfrm>
            <a:off x="6818516" y="2671880"/>
            <a:ext cx="593247" cy="114873"/>
          </a:xfrm>
          <a:prstGeom prst="rightArrow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3" name="Стрелка вправо 12"/>
          <p:cNvSpPr/>
          <p:nvPr/>
        </p:nvSpPr>
        <p:spPr>
          <a:xfrm>
            <a:off x="6757527" y="3819120"/>
            <a:ext cx="629236" cy="121842"/>
          </a:xfrm>
          <a:prstGeom prst="rightArrow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4" name="Стрелка вправо 13"/>
          <p:cNvSpPr/>
          <p:nvPr/>
        </p:nvSpPr>
        <p:spPr>
          <a:xfrm>
            <a:off x="6732526" y="4839229"/>
            <a:ext cx="679237" cy="131524"/>
          </a:xfrm>
          <a:prstGeom prst="rightArrow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Заголовок 1">
                <a:extLst>
                  <a:ext uri="{FF2B5EF4-FFF2-40B4-BE49-F238E27FC236}">
                    <a16:creationId xmlns:a16="http://schemas.microsoft.com/office/drawing/2014/main" id="{12D3C9CC-F0AD-4F56-9B0F-18ED29C3B4C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7301" y="4302460"/>
                <a:ext cx="5986160" cy="802498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/>
              </a:bodyPr>
              <a:lstStyle>
                <a:lvl1pPr algn="l" defTabSz="914400" rtl="0" eaLnBrk="1" latinLnBrk="0" hangingPunct="1">
                  <a:lnSpc>
                    <a:spcPct val="80000"/>
                  </a:lnSpc>
                  <a:spcBef>
                    <a:spcPct val="0"/>
                  </a:spcBef>
                  <a:buNone/>
                  <a:defRPr sz="8800" kern="1200" spc="-120" baseline="0">
                    <a:solidFill>
                      <a:srgbClr val="FFFFFF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noProof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noProof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noProof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 noProof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−</m:t>
                    </m:r>
                    <m:r>
                      <a:rPr lang="en-US" sz="2400" b="0" i="1" noProof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noProof="1" smtClean="0">
                    <a:solidFill>
                      <a:srgbClr val="00206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 ayirmaning moduli </a:t>
                </a:r>
                <a14:m>
                  <m:oMath xmlns:m="http://schemas.openxmlformats.org/officeDocument/2006/math">
                    <m:r>
                      <a:rPr lang="en-US" sz="2400" i="1" noProof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400" noProof="1" smtClean="0">
                    <a:solidFill>
                      <a:srgbClr val="00206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dan kichik bo‘lsa</a:t>
                </a:r>
                <a:endParaRPr lang="ru-RU" sz="2400" noProof="1">
                  <a:solidFill>
                    <a:srgbClr val="00206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Заголовок 1">
                <a:extLst>
                  <a:ext uri="{FF2B5EF4-FFF2-40B4-BE49-F238E27FC236}">
                    <a16:creationId xmlns:a16="http://schemas.microsoft.com/office/drawing/2014/main" id="{12D3C9CC-F0AD-4F56-9B0F-18ED29C3B4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301" y="4302460"/>
                <a:ext cx="5986160" cy="802498"/>
              </a:xfrm>
              <a:prstGeom prst="rect">
                <a:avLst/>
              </a:prstGeom>
              <a:blipFill>
                <a:blip r:embed="rId8"/>
                <a:stretch>
                  <a:fillRect b="-17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8783468" y="4666731"/>
                <a:ext cx="159588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0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20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20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3468" y="4666731"/>
                <a:ext cx="1595886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 flipH="1">
                <a:off x="2427295" y="5580779"/>
                <a:ext cx="7985101" cy="11084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US" sz="2000" b="1" i="1" dirty="0" smtClean="0">
                    <a:solidFill>
                      <a:srgbClr val="0070C0"/>
                    </a:solidFill>
                    <a:latin typeface="+mj-lt"/>
                    <a:ea typeface="Cambria Math" panose="02040503050406030204" pitchFamily="18" charset="0"/>
                  </a:rPr>
                  <a:t> </a:t>
                </a:r>
                <a:r>
                  <a:rPr lang="en-US" sz="2000" b="1" i="1" dirty="0" err="1" smtClean="0">
                    <a:solidFill>
                      <a:srgbClr val="0070C0"/>
                    </a:solidFill>
                    <a:latin typeface="+mj-lt"/>
                    <a:ea typeface="Cambria Math" panose="02040503050406030204" pitchFamily="18" charset="0"/>
                  </a:rPr>
                  <a:t>soni</a:t>
                </a:r>
                <a:r>
                  <a:rPr lang="en-US" sz="2000" b="1" i="1" dirty="0" smtClean="0">
                    <a:solidFill>
                      <a:srgbClr val="0070C0"/>
                    </a:solidFill>
                    <a:latin typeface="+mj-lt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sz="2000" b="1" i="1" dirty="0" smtClean="0">
                    <a:solidFill>
                      <a:srgbClr val="0070C0"/>
                    </a:solidFill>
                    <a:latin typeface="+mj-lt"/>
                    <a:ea typeface="Cambria Math" panose="02040503050406030204" pitchFamily="18" charset="0"/>
                  </a:rPr>
                  <a:t> ketma-ketlikning 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sz="2000" b="1" i="1" dirty="0" smtClean="0">
                    <a:solidFill>
                      <a:srgbClr val="0070C0"/>
                    </a:solidFill>
                    <a:latin typeface="+mj-lt"/>
                    <a:ea typeface="Cambria Math" panose="02040503050406030204" pitchFamily="18" charset="0"/>
                  </a:rPr>
                  <a:t> </a:t>
                </a:r>
                <a:r>
                  <a:rPr lang="en-US" sz="2000" b="1" i="1" dirty="0" err="1" smtClean="0">
                    <a:solidFill>
                      <a:srgbClr val="0070C0"/>
                    </a:solidFill>
                    <a:latin typeface="+mj-lt"/>
                    <a:ea typeface="Cambria Math" panose="02040503050406030204" pitchFamily="18" charset="0"/>
                  </a:rPr>
                  <a:t>dagi</a:t>
                </a:r>
                <a:r>
                  <a:rPr lang="en-US" sz="2000" b="1" i="1" dirty="0" smtClean="0">
                    <a:solidFill>
                      <a:srgbClr val="0070C0"/>
                    </a:solidFill>
                    <a:latin typeface="+mj-lt"/>
                    <a:ea typeface="Cambria Math" panose="02040503050406030204" pitchFamily="18" charset="0"/>
                  </a:rPr>
                  <a:t> </a:t>
                </a:r>
                <a:r>
                  <a:rPr lang="en-US" sz="2000" b="1" i="1" dirty="0" err="1" smtClean="0">
                    <a:solidFill>
                      <a:srgbClr val="0070C0"/>
                    </a:solidFill>
                    <a:latin typeface="+mj-lt"/>
                    <a:ea typeface="Cambria Math" panose="02040503050406030204" pitchFamily="18" charset="0"/>
                  </a:rPr>
                  <a:t>limiti</a:t>
                </a:r>
                <a:r>
                  <a:rPr lang="en-US" sz="2000" b="1" i="1" dirty="0" smtClean="0">
                    <a:solidFill>
                      <a:srgbClr val="0070C0"/>
                    </a:solidFill>
                    <a:latin typeface="+mj-lt"/>
                    <a:ea typeface="Cambria Math" panose="02040503050406030204" pitchFamily="18" charset="0"/>
                  </a:rPr>
                  <a:t> </a:t>
                </a:r>
                <a:r>
                  <a:rPr lang="en-US" sz="2000" b="1" i="1" dirty="0" err="1" smtClean="0">
                    <a:solidFill>
                      <a:srgbClr val="0070C0"/>
                    </a:solidFill>
                    <a:latin typeface="+mj-lt"/>
                    <a:ea typeface="Cambria Math" panose="02040503050406030204" pitchFamily="18" charset="0"/>
                  </a:rPr>
                  <a:t>deyiladi</a:t>
                </a:r>
                <a:r>
                  <a:rPr lang="en-US" sz="2000" b="1" i="1" dirty="0" smtClean="0">
                    <a:solidFill>
                      <a:srgbClr val="0070C0"/>
                    </a:solidFill>
                    <a:latin typeface="+mj-lt"/>
                    <a:ea typeface="Cambria Math" panose="02040503050406030204" pitchFamily="18" charset="0"/>
                  </a:rPr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unc>
                        <m:funcPr>
                          <m:ctrlPr>
                            <a:rPr lang="en-US" sz="2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sz="20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𝒍𝒊𝒎</m:t>
                              </m:r>
                            </m:e>
                            <m:lim>
                              <m:r>
                                <a:rPr lang="en-US" sz="20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sz="20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sz="20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0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  <m:r>
                            <a:rPr lang="en-US" sz="2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func>
                    </m:oMath>
                  </m:oMathPara>
                </a14:m>
                <a:endParaRPr lang="en-US" sz="2000" b="1" i="1" dirty="0" smtClean="0">
                  <a:solidFill>
                    <a:srgbClr val="0070C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0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427295" y="5580779"/>
                <a:ext cx="7985101" cy="1108445"/>
              </a:xfrm>
              <a:prstGeom prst="rect">
                <a:avLst/>
              </a:prstGeom>
              <a:blipFill>
                <a:blip r:embed="rId10"/>
                <a:stretch>
                  <a:fillRect t="-27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4AA75EAB-C55C-4CB3-8F1A-43F4A841B22A}"/>
              </a:ext>
            </a:extLst>
          </p:cNvPr>
          <p:cNvSpPr txBox="1">
            <a:spLocks/>
          </p:cNvSpPr>
          <p:nvPr/>
        </p:nvSpPr>
        <p:spPr>
          <a:xfrm>
            <a:off x="1" y="-12901"/>
            <a:ext cx="12191999" cy="1315265"/>
          </a:xfrm>
          <a:prstGeom prst="rect">
            <a:avLst/>
          </a:prstGeom>
          <a:solidFill>
            <a:srgbClr val="0070C0"/>
          </a:solidFill>
        </p:spPr>
        <p:txBody>
          <a:bodyPr vert="horz" lIns="91440" tIns="45720" rIns="91440" bIns="45720" rtlCol="0" anchor="t">
            <a:noAutofit/>
          </a:bodyPr>
          <a:lstStyle>
            <a:defPPr>
              <a:defRPr lang="ru-RU"/>
            </a:defPPr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44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i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Ketma-ketlik</a:t>
            </a:r>
            <a:r>
              <a:rPr lang="en-US" sz="3200" i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limitining</a:t>
            </a:r>
            <a:r>
              <a:rPr lang="en-US" sz="32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ta’rifini</a:t>
            </a:r>
            <a:r>
              <a:rPr lang="en-US" sz="32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belgilashlar</a:t>
            </a:r>
            <a:r>
              <a:rPr lang="en-US" sz="32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sz="32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yozishni</a:t>
            </a:r>
            <a:r>
              <a:rPr lang="en-US" sz="3200" i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o‘rganamiz</a:t>
            </a:r>
            <a:endParaRPr lang="en-US" sz="3200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00209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0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500"/>
                            </p:stCondLst>
                            <p:childTnLst>
                              <p:par>
                                <p:cTn id="24" presetID="2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7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0"/>
                            </p:stCondLst>
                            <p:childTnLst>
                              <p:par>
                                <p:cTn id="36" presetID="2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1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3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4500"/>
                            </p:stCondLst>
                            <p:childTnLst>
                              <p:par>
                                <p:cTn id="48" presetID="2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60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  <p:bldP spid="9" grpId="0"/>
      <p:bldP spid="10" grpId="0"/>
      <p:bldP spid="11" grpId="0" animBg="1"/>
      <p:bldP spid="12" grpId="0" animBg="1"/>
      <p:bldP spid="13" grpId="0" animBg="1"/>
      <p:bldP spid="14" grpId="0" animBg="1"/>
      <p:bldP spid="15" grpId="0"/>
      <p:bldP spid="16" grpId="0"/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Блок-схема: знак завершения 137"/>
          <p:cNvSpPr/>
          <p:nvPr/>
        </p:nvSpPr>
        <p:spPr>
          <a:xfrm rot="10800000">
            <a:off x="9732326" y="4740033"/>
            <a:ext cx="1621894" cy="349393"/>
          </a:xfrm>
          <a:prstGeom prst="flowChartTerminator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Блок-схема: знак завершения 135"/>
          <p:cNvSpPr/>
          <p:nvPr/>
        </p:nvSpPr>
        <p:spPr>
          <a:xfrm rot="5400000">
            <a:off x="7463670" y="3861959"/>
            <a:ext cx="1182528" cy="333423"/>
          </a:xfrm>
          <a:prstGeom prst="flowChartTerminator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Прямая со стрелкой 6"/>
          <p:cNvCxnSpPr/>
          <p:nvPr/>
        </p:nvCxnSpPr>
        <p:spPr>
          <a:xfrm flipV="1">
            <a:off x="8021782" y="1487667"/>
            <a:ext cx="0" cy="4164988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/>
          <p:cNvCxnSpPr/>
          <p:nvPr/>
        </p:nvCxnSpPr>
        <p:spPr>
          <a:xfrm>
            <a:off x="7613073" y="4862517"/>
            <a:ext cx="4024745" cy="33486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613073" y="3761255"/>
                <a:ext cx="37625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3073" y="3761255"/>
                <a:ext cx="37625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7280759" y="4285357"/>
                <a:ext cx="7650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0759" y="4285357"/>
                <a:ext cx="76508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7271647" y="3272910"/>
                <a:ext cx="7650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1647" y="3272910"/>
                <a:ext cx="76508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8073294" y="4938462"/>
                <a:ext cx="3706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3294" y="4938462"/>
                <a:ext cx="37061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8350652" y="4943887"/>
                <a:ext cx="3706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0652" y="4943887"/>
                <a:ext cx="37061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8643916" y="4949312"/>
                <a:ext cx="3706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3916" y="4949312"/>
                <a:ext cx="370614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8867582" y="4959746"/>
                <a:ext cx="4154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7582" y="4959746"/>
                <a:ext cx="415498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9204992" y="4945891"/>
                <a:ext cx="48276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4992" y="4945891"/>
                <a:ext cx="482761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10433879" y="5089426"/>
                <a:ext cx="3793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3879" y="5089426"/>
                <a:ext cx="379399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Соединительная линия уступом 37"/>
          <p:cNvCxnSpPr/>
          <p:nvPr/>
        </p:nvCxnSpPr>
        <p:spPr>
          <a:xfrm>
            <a:off x="8030878" y="4361984"/>
            <a:ext cx="1969450" cy="558989"/>
          </a:xfrm>
          <a:prstGeom prst="bentConnector3">
            <a:avLst>
              <a:gd name="adj1" fmla="val 94286"/>
            </a:avLst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4" name="Соединительная линия уступом 53"/>
          <p:cNvCxnSpPr/>
          <p:nvPr/>
        </p:nvCxnSpPr>
        <p:spPr>
          <a:xfrm>
            <a:off x="8040680" y="4167846"/>
            <a:ext cx="2152932" cy="724355"/>
          </a:xfrm>
          <a:prstGeom prst="bentConnector3">
            <a:avLst>
              <a:gd name="adj1" fmla="val 100313"/>
            </a:avLst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5" name="Соединительная линия уступом 54"/>
          <p:cNvCxnSpPr/>
          <p:nvPr/>
        </p:nvCxnSpPr>
        <p:spPr>
          <a:xfrm>
            <a:off x="8045840" y="3974102"/>
            <a:ext cx="3308382" cy="921900"/>
          </a:xfrm>
          <a:prstGeom prst="bentConnector3">
            <a:avLst>
              <a:gd name="adj1" fmla="val 98900"/>
            </a:avLst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6" name="Соединительная линия уступом 55"/>
          <p:cNvCxnSpPr/>
          <p:nvPr/>
        </p:nvCxnSpPr>
        <p:spPr>
          <a:xfrm>
            <a:off x="8059801" y="4042996"/>
            <a:ext cx="2543818" cy="849205"/>
          </a:xfrm>
          <a:prstGeom prst="bentConnector3">
            <a:avLst>
              <a:gd name="adj1" fmla="val 100877"/>
            </a:avLst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6" name="Соединительная линия уступом 85"/>
          <p:cNvCxnSpPr/>
          <p:nvPr/>
        </p:nvCxnSpPr>
        <p:spPr>
          <a:xfrm>
            <a:off x="8045840" y="4640274"/>
            <a:ext cx="867204" cy="291771"/>
          </a:xfrm>
          <a:prstGeom prst="bentConnector3">
            <a:avLst>
              <a:gd name="adj1" fmla="val 95421"/>
            </a:avLst>
          </a:prstGeom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1" name="Соединительная линия уступом 90"/>
          <p:cNvCxnSpPr/>
          <p:nvPr/>
        </p:nvCxnSpPr>
        <p:spPr>
          <a:xfrm>
            <a:off x="8030878" y="4766313"/>
            <a:ext cx="1400533" cy="193433"/>
          </a:xfrm>
          <a:prstGeom prst="bentConnector2">
            <a:avLst/>
          </a:prstGeom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0" name="Соединительная линия уступом 99"/>
          <p:cNvCxnSpPr/>
          <p:nvPr/>
        </p:nvCxnSpPr>
        <p:spPr>
          <a:xfrm rot="5400000" flipH="1" flipV="1">
            <a:off x="7858908" y="5185686"/>
            <a:ext cx="580856" cy="206992"/>
          </a:xfrm>
          <a:prstGeom prst="bentConnector3">
            <a:avLst>
              <a:gd name="adj1" fmla="val -860"/>
            </a:avLst>
          </a:prstGeom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9" name="Соединительная линия уступом 118"/>
          <p:cNvCxnSpPr/>
          <p:nvPr/>
        </p:nvCxnSpPr>
        <p:spPr>
          <a:xfrm flipV="1">
            <a:off x="7989330" y="4967460"/>
            <a:ext cx="542755" cy="459671"/>
          </a:xfrm>
          <a:prstGeom prst="bentConnector3">
            <a:avLst>
              <a:gd name="adj1" fmla="val 101838"/>
            </a:avLst>
          </a:prstGeom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TextBox 151"/>
              <p:cNvSpPr txBox="1"/>
              <p:nvPr/>
            </p:nvSpPr>
            <p:spPr>
              <a:xfrm>
                <a:off x="11528889" y="4766132"/>
                <a:ext cx="3793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2" name="TextBox 1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28889" y="4766132"/>
                <a:ext cx="379399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TextBox 152"/>
              <p:cNvSpPr txBox="1"/>
              <p:nvPr/>
            </p:nvSpPr>
            <p:spPr>
              <a:xfrm>
                <a:off x="7628019" y="1358367"/>
                <a:ext cx="4850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3" name="TextBox 1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8019" y="1358367"/>
                <a:ext cx="485005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4"/>
              <p:cNvSpPr/>
              <p:nvPr/>
            </p:nvSpPr>
            <p:spPr>
              <a:xfrm>
                <a:off x="873318" y="2761258"/>
                <a:ext cx="5336902" cy="206210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63538" indent="0" algn="ctr">
                  <a:lnSpc>
                    <a:spcPct val="100000"/>
                  </a:lnSpc>
                  <a:buNone/>
                </a:pPr>
                <a:r>
                  <a:rPr lang="en-US" sz="1600" dirty="0" smtClean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Ma’lumki,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ru-RU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6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16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16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1600" dirty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tengsizlik</a:t>
                </a:r>
                <a:r>
                  <a:rPr lang="en-US" sz="1600" dirty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6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16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6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16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6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1600" dirty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tengsizliklarga</a:t>
                </a:r>
                <a:r>
                  <a:rPr lang="en-US" sz="1600" dirty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ekvivalentdir</a:t>
                </a:r>
                <a:r>
                  <a:rPr lang="en-US" sz="1600" dirty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. </a:t>
                </a:r>
                <a:r>
                  <a:rPr lang="en-US" sz="1600" dirty="0" smtClean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6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16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6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16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interval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1600" dirty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nuqtaning</a:t>
                </a:r>
                <a:r>
                  <a:rPr lang="en-US" sz="1600" dirty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1600" dirty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- </a:t>
                </a:r>
                <a:r>
                  <a:rPr lang="en-US" sz="1600" dirty="0" err="1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atrofi</a:t>
                </a:r>
                <a:r>
                  <a:rPr lang="en-US" sz="1600" dirty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, </a:t>
                </a:r>
                <a:r>
                  <a:rPr lang="en-US" sz="1600" dirty="0" err="1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ya’ni</a:t>
                </a:r>
                <a:r>
                  <a:rPr lang="en-US" sz="1600" dirty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sub>
                    </m:sSub>
                    <m:d>
                      <m:dPr>
                        <m:ctrlP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16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6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16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6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16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to‘plamdan</a:t>
                </a:r>
                <a:r>
                  <a:rPr lang="en-US" sz="1600" dirty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 smtClean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iborat</a:t>
                </a:r>
                <a:r>
                  <a:rPr lang="en-US" sz="1600" dirty="0" smtClean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.</a:t>
                </a:r>
                <a:endParaRPr lang="ru-RU" sz="1600" dirty="0">
                  <a:solidFill>
                    <a:srgbClr val="002060"/>
                  </a:solidFill>
                  <a:latin typeface="Bahnschrift Light" panose="020B0502040204020203" pitchFamily="34" charset="0"/>
                  <a:cs typeface="Times New Roman" panose="02020603050405020304" pitchFamily="18" charset="0"/>
                </a:endParaRPr>
              </a:p>
              <a:p>
                <a:pPr marL="363538" indent="0" algn="ctr">
                  <a:lnSpc>
                    <a:spcPct val="100000"/>
                  </a:lnSpc>
                  <a:buNone/>
                </a:pPr>
                <a:r>
                  <a:rPr lang="en-US" sz="1600" dirty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	</a:t>
                </a:r>
                <a:r>
                  <a:rPr lang="en-US" sz="1600" b="1" i="1" dirty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2-ta’rif. </a:t>
                </a:r>
                <a:r>
                  <a:rPr lang="en-US" sz="1600" dirty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Agar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1600" dirty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nuqtaning</a:t>
                </a:r>
                <a:r>
                  <a:rPr lang="en-US" sz="1600" dirty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ixtiyoriy</a:t>
                </a:r>
                <a:r>
                  <a:rPr lang="en-US" sz="1600" dirty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sub>
                    </m:sSub>
                    <m:d>
                      <m:dPr>
                        <m:ctrlPr>
                          <a:rPr lang="ru-RU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- </a:t>
                </a:r>
                <a:r>
                  <a:rPr lang="en-US" sz="1600" dirty="0" err="1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atrofi</a:t>
                </a:r>
                <a:r>
                  <a:rPr lang="en-US" sz="1600" dirty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olinganida</a:t>
                </a:r>
                <a:r>
                  <a:rPr lang="en-US" sz="1600" dirty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ham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ru-RU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6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600" dirty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ketma-ketlikning</a:t>
                </a:r>
                <a:r>
                  <a:rPr lang="en-US" sz="1600" dirty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biror</a:t>
                </a:r>
                <a:r>
                  <a:rPr lang="en-US" sz="1600" dirty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hadidan</a:t>
                </a:r>
                <a:r>
                  <a:rPr lang="en-US" sz="1600" dirty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keyingi</a:t>
                </a:r>
                <a:r>
                  <a:rPr lang="en-US" sz="1600" dirty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barcha</a:t>
                </a:r>
                <a:r>
                  <a:rPr lang="en-US" sz="1600" dirty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hadlari</a:t>
                </a:r>
                <a:r>
                  <a:rPr lang="en-US" sz="1600" dirty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shu</a:t>
                </a:r>
                <a:r>
                  <a:rPr lang="en-US" sz="1600" dirty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atrofga</a:t>
                </a:r>
                <a:r>
                  <a:rPr lang="en-US" sz="1600" dirty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tegishli</a:t>
                </a:r>
                <a:r>
                  <a:rPr lang="en-US" sz="1600" dirty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bo‘lsa</a:t>
                </a:r>
                <a:r>
                  <a:rPr lang="en-US" sz="1600" dirty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1600" dirty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son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ru-RU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6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600" dirty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i="1" dirty="0" err="1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ketma-ketlikning</a:t>
                </a:r>
                <a:r>
                  <a:rPr lang="en-US" sz="1600" i="1" dirty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i="1" dirty="0" err="1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limiti</a:t>
                </a:r>
                <a:r>
                  <a:rPr lang="en-US" sz="1600" dirty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deb </a:t>
                </a:r>
                <a:r>
                  <a:rPr lang="en-US" sz="1600" dirty="0" err="1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ataladi</a:t>
                </a:r>
                <a:r>
                  <a:rPr lang="en-US" sz="1600" dirty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. </a:t>
                </a:r>
                <a:endParaRPr lang="ru-RU" sz="1600" dirty="0">
                  <a:solidFill>
                    <a:srgbClr val="002060"/>
                  </a:solidFill>
                  <a:latin typeface="Bahnschrift Light" panose="020B0502040204020203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318" y="2761258"/>
                <a:ext cx="5336902" cy="2062103"/>
              </a:xfrm>
              <a:prstGeom prst="rect">
                <a:avLst/>
              </a:prstGeom>
              <a:blipFill>
                <a:blip r:embed="rId14"/>
                <a:stretch>
                  <a:fillRect t="-888" r="-228" b="-2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Пятиугольник 28"/>
          <p:cNvSpPr/>
          <p:nvPr/>
        </p:nvSpPr>
        <p:spPr>
          <a:xfrm>
            <a:off x="1239738" y="2356972"/>
            <a:ext cx="5783366" cy="2778491"/>
          </a:xfrm>
          <a:prstGeom prst="homePlate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Заголовок 1">
            <a:extLst>
              <a:ext uri="{FF2B5EF4-FFF2-40B4-BE49-F238E27FC236}">
                <a16:creationId xmlns:a16="http://schemas.microsoft.com/office/drawing/2014/main" id="{4AA75EAB-C55C-4CB3-8F1A-43F4A841B22A}"/>
              </a:ext>
            </a:extLst>
          </p:cNvPr>
          <p:cNvSpPr txBox="1">
            <a:spLocks/>
          </p:cNvSpPr>
          <p:nvPr/>
        </p:nvSpPr>
        <p:spPr>
          <a:xfrm>
            <a:off x="0" y="1109"/>
            <a:ext cx="12191999" cy="1315265"/>
          </a:xfrm>
          <a:prstGeom prst="rect">
            <a:avLst/>
          </a:prstGeom>
          <a:solidFill>
            <a:srgbClr val="0070C0"/>
          </a:solidFill>
        </p:spPr>
        <p:txBody>
          <a:bodyPr vert="horz" lIns="91440" tIns="45720" rIns="91440" bIns="45720" rtlCol="0" anchor="t">
            <a:noAutofit/>
          </a:bodyPr>
          <a:lstStyle>
            <a:defPPr>
              <a:defRPr lang="ru-RU"/>
            </a:defPPr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44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2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i="1" dirty="0">
                <a:solidFill>
                  <a:schemeClr val="bg1"/>
                </a:solidFill>
                <a:latin typeface="+mn-lt"/>
              </a:rPr>
              <a:t>2-ta’rif</a:t>
            </a:r>
          </a:p>
        </p:txBody>
      </p:sp>
    </p:spTree>
    <p:extLst>
      <p:ext uri="{BB962C8B-B14F-4D97-AF65-F5344CB8AC3E}">
        <p14:creationId xmlns:p14="http://schemas.microsoft.com/office/powerpoint/2010/main" val="29692036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4"/>
              <p:cNvSpPr/>
              <p:nvPr/>
            </p:nvSpPr>
            <p:spPr>
              <a:xfrm>
                <a:off x="1181100" y="1785793"/>
                <a:ext cx="5676900" cy="20054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63538" indent="0" algn="ctr">
                  <a:buNone/>
                </a:pPr>
                <a:r>
                  <a:rPr lang="en-US" dirty="0">
                    <a:latin typeface="Bahnschrift Light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-</a:t>
                </a:r>
                <a:r>
                  <a:rPr lang="en-US" dirty="0" err="1"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hadi</a:t>
                </a:r>
                <a:r>
                  <a:rPr lang="en-US" dirty="0"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dirty="0"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formula </a:t>
                </a:r>
                <a:r>
                  <a:rPr lang="en-US" dirty="0" err="1"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bilan</a:t>
                </a:r>
                <a:r>
                  <a:rPr lang="en-US" dirty="0"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berilgan</a:t>
                </a:r>
                <a:r>
                  <a:rPr lang="en-US" dirty="0"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ketma-ketlikning</a:t>
                </a:r>
                <a:r>
                  <a:rPr lang="en-US" dirty="0"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limiti</a:t>
                </a:r>
                <a:r>
                  <a:rPr lang="en-US" dirty="0"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solidFill>
                      <a:srgbClr val="0070C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ekanligini</a:t>
                </a:r>
                <a:r>
                  <a:rPr lang="en-US" dirty="0"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ko‘rsating</a:t>
                </a:r>
                <a:r>
                  <a:rPr lang="en-US" dirty="0"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.</a:t>
                </a:r>
                <a:endParaRPr lang="ru-RU" dirty="0">
                  <a:latin typeface="Bahnschrift Light" panose="020B0502040204020203" pitchFamily="34" charset="0"/>
                  <a:cs typeface="Times New Roman" panose="02020603050405020304" pitchFamily="18" charset="0"/>
                </a:endParaRPr>
              </a:p>
              <a:p>
                <a:pPr marL="363538" indent="0" algn="ctr">
                  <a:buNone/>
                </a:pPr>
                <a:r>
                  <a:rPr lang="en-US" dirty="0"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       </a:t>
                </a:r>
                <a:r>
                  <a:rPr lang="en-US" dirty="0" err="1"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Ketma-ketlik</a:t>
                </a:r>
                <a:r>
                  <a:rPr lang="en-US" dirty="0"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limitining</a:t>
                </a:r>
                <a:r>
                  <a:rPr lang="en-US" dirty="0"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ta’rifiga</a:t>
                </a:r>
                <a:r>
                  <a:rPr lang="en-US" dirty="0"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ko‘ra</a:t>
                </a:r>
                <a:r>
                  <a:rPr lang="en-US" dirty="0"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&gt;0,  ∃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natural </a:t>
                </a:r>
                <a:r>
                  <a:rPr lang="en-US" dirty="0" err="1"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soni</a:t>
                </a:r>
                <a:r>
                  <a:rPr lang="en-US" dirty="0"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topilib</a:t>
                </a:r>
                <a:r>
                  <a:rPr lang="en-US" dirty="0"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</a:t>
                </a:r>
                <a:endParaRPr lang="ru-RU" dirty="0">
                  <a:latin typeface="Bahnschrift Light" panose="020B0502040204020203" pitchFamily="34" charset="0"/>
                  <a:cs typeface="Times New Roman" panose="02020603050405020304" pitchFamily="18" charset="0"/>
                </a:endParaRPr>
              </a:p>
              <a:p>
                <a:pPr marL="363538" indent="0" algn="ctr">
                  <a:buNone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ru-RU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ru-RU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u-RU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−0</m:t>
                        </m:r>
                      </m:e>
                    </m:d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ru-RU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u-RU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dirty="0" smtClean="0">
                    <a:solidFill>
                      <a:srgbClr val="0070C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   (1)     </a:t>
                </a:r>
                <a:endParaRPr lang="ru-RU" dirty="0">
                  <a:solidFill>
                    <a:srgbClr val="0070C0"/>
                  </a:solidFill>
                  <a:latin typeface="Bahnschrift Light" panose="020B0502040204020203" pitchFamily="34" charset="0"/>
                  <a:cs typeface="Times New Roman" panose="02020603050405020304" pitchFamily="18" charset="0"/>
                </a:endParaRPr>
              </a:p>
              <a:p>
                <a:pPr marL="363538" indent="0" algn="ctr">
                  <a:buNone/>
                </a:pPr>
                <a:r>
                  <a:rPr lang="en-US" dirty="0" err="1"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tengsizlik</a:t>
                </a:r>
                <a:r>
                  <a:rPr lang="en-US" dirty="0"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bajarilishini</a:t>
                </a:r>
                <a:r>
                  <a:rPr lang="en-US" dirty="0"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ko‘rsatishimiz</a:t>
                </a:r>
                <a:r>
                  <a:rPr lang="en-US" dirty="0"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kerak</a:t>
                </a:r>
                <a:r>
                  <a:rPr lang="en-US" dirty="0"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. </a:t>
                </a:r>
                <a:endParaRPr lang="en-US" dirty="0">
                  <a:latin typeface="Bahnschrift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1100" y="1785793"/>
                <a:ext cx="5676900" cy="2005421"/>
              </a:xfrm>
              <a:prstGeom prst="rect">
                <a:avLst/>
              </a:prstGeom>
              <a:blipFill>
                <a:blip r:embed="rId2"/>
                <a:stretch>
                  <a:fillRect b="-3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Таблица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13996629"/>
                  </p:ext>
                </p:extLst>
              </p:nvPr>
            </p:nvGraphicFramePr>
            <p:xfrm>
              <a:off x="7976750" y="1647248"/>
              <a:ext cx="2396840" cy="4793265"/>
            </p:xfrm>
            <a:graphic>
              <a:graphicData uri="http://schemas.openxmlformats.org/drawingml/2006/table">
                <a:tbl>
                  <a:tblPr firstRow="1" bandRow="1">
                    <a:tableStyleId>{E8B1032C-EA38-4F05-BA0D-38AFFFC7BED3}</a:tableStyleId>
                  </a:tblPr>
                  <a:tblGrid>
                    <a:gridCol w="1198420">
                      <a:extLst>
                        <a:ext uri="{9D8B030D-6E8A-4147-A177-3AD203B41FA5}">
                          <a16:colId xmlns:a16="http://schemas.microsoft.com/office/drawing/2014/main" val="1155244847"/>
                        </a:ext>
                      </a:extLst>
                    </a:gridCol>
                    <a:gridCol w="1198420">
                      <a:extLst>
                        <a:ext uri="{9D8B030D-6E8A-4147-A177-3AD203B41FA5}">
                          <a16:colId xmlns:a16="http://schemas.microsoft.com/office/drawing/2014/main" val="584953398"/>
                        </a:ext>
                      </a:extLst>
                    </a:gridCol>
                  </a:tblGrid>
                  <a:tr h="31955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sz="1400" b="1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1400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646524"/>
                      </a:ext>
                    </a:extLst>
                  </a:tr>
                  <a:tr h="3195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1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1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0472860"/>
                      </a:ext>
                    </a:extLst>
                  </a:tr>
                  <a:tr h="3195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2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0.5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31036043"/>
                      </a:ext>
                    </a:extLst>
                  </a:tr>
                  <a:tr h="3195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3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0.333..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5454528"/>
                      </a:ext>
                    </a:extLst>
                  </a:tr>
                  <a:tr h="3195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4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0.25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09539650"/>
                      </a:ext>
                    </a:extLst>
                  </a:tr>
                  <a:tr h="3195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5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0.2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2740142"/>
                      </a:ext>
                    </a:extLst>
                  </a:tr>
                  <a:tr h="3195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6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0.166…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3552457"/>
                      </a:ext>
                    </a:extLst>
                  </a:tr>
                  <a:tr h="3195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……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……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3408711"/>
                      </a:ext>
                    </a:extLst>
                  </a:tr>
                  <a:tr h="3195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10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0.1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58798035"/>
                      </a:ext>
                    </a:extLst>
                  </a:tr>
                  <a:tr h="3195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…..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….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6396645"/>
                      </a:ext>
                    </a:extLst>
                  </a:tr>
                  <a:tr h="3195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100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0.01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63838168"/>
                      </a:ext>
                    </a:extLst>
                  </a:tr>
                  <a:tr h="3195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…..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…..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0762010"/>
                      </a:ext>
                    </a:extLst>
                  </a:tr>
                  <a:tr h="3195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1000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0.001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24806727"/>
                      </a:ext>
                    </a:extLst>
                  </a:tr>
                  <a:tr h="31955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↓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↓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691822"/>
                      </a:ext>
                    </a:extLst>
                  </a:tr>
                  <a:tr h="31955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157656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Таблица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13996629"/>
                  </p:ext>
                </p:extLst>
              </p:nvPr>
            </p:nvGraphicFramePr>
            <p:xfrm>
              <a:off x="7976750" y="1647248"/>
              <a:ext cx="2396840" cy="4793265"/>
            </p:xfrm>
            <a:graphic>
              <a:graphicData uri="http://schemas.openxmlformats.org/drawingml/2006/table">
                <a:tbl>
                  <a:tblPr firstRow="1" bandRow="1">
                    <a:tableStyleId>{E8B1032C-EA38-4F05-BA0D-38AFFFC7BED3}</a:tableStyleId>
                  </a:tblPr>
                  <a:tblGrid>
                    <a:gridCol w="1198420">
                      <a:extLst>
                        <a:ext uri="{9D8B030D-6E8A-4147-A177-3AD203B41FA5}">
                          <a16:colId xmlns:a16="http://schemas.microsoft.com/office/drawing/2014/main" val="1155244847"/>
                        </a:ext>
                      </a:extLst>
                    </a:gridCol>
                    <a:gridCol w="1198420">
                      <a:extLst>
                        <a:ext uri="{9D8B030D-6E8A-4147-A177-3AD203B41FA5}">
                          <a16:colId xmlns:a16="http://schemas.microsoft.com/office/drawing/2014/main" val="584953398"/>
                        </a:ext>
                      </a:extLst>
                    </a:gridCol>
                  </a:tblGrid>
                  <a:tr h="3195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8" t="-1923" r="-101523" b="-14173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508" t="-1923" r="-1523" b="-14173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646524"/>
                      </a:ext>
                    </a:extLst>
                  </a:tr>
                  <a:tr h="3195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1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1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0472860"/>
                      </a:ext>
                    </a:extLst>
                  </a:tr>
                  <a:tr h="3195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2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0.5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31036043"/>
                      </a:ext>
                    </a:extLst>
                  </a:tr>
                  <a:tr h="3195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3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0.333..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5454528"/>
                      </a:ext>
                    </a:extLst>
                  </a:tr>
                  <a:tr h="3195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4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0.25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09539650"/>
                      </a:ext>
                    </a:extLst>
                  </a:tr>
                  <a:tr h="3195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5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0.2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2740142"/>
                      </a:ext>
                    </a:extLst>
                  </a:tr>
                  <a:tr h="3195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6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0.166…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3552457"/>
                      </a:ext>
                    </a:extLst>
                  </a:tr>
                  <a:tr h="3195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……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……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3408711"/>
                      </a:ext>
                    </a:extLst>
                  </a:tr>
                  <a:tr h="3195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10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0.1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58798035"/>
                      </a:ext>
                    </a:extLst>
                  </a:tr>
                  <a:tr h="3195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…..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….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6396645"/>
                      </a:ext>
                    </a:extLst>
                  </a:tr>
                  <a:tr h="3195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100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0.01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63838168"/>
                      </a:ext>
                    </a:extLst>
                  </a:tr>
                  <a:tr h="3195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…..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…..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0762010"/>
                      </a:ext>
                    </a:extLst>
                  </a:tr>
                  <a:tr h="3195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1000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0.001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24806727"/>
                      </a:ext>
                    </a:extLst>
                  </a:tr>
                  <a:tr h="3195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8" t="-1288679" r="-101523" b="-1018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508" t="-1288679" r="-1523" b="-1018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691822"/>
                      </a:ext>
                    </a:extLst>
                  </a:tr>
                  <a:tr h="3195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8" t="-1415385" r="-101523" b="-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508" t="-1415385" r="-1523" b="-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157656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Пятиугольник 5"/>
          <p:cNvSpPr/>
          <p:nvPr/>
        </p:nvSpPr>
        <p:spPr>
          <a:xfrm>
            <a:off x="1371600" y="1647248"/>
            <a:ext cx="6470073" cy="2273588"/>
          </a:xfrm>
          <a:prstGeom prst="homePlate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Прямоугольник 6"/>
              <p:cNvSpPr/>
              <p:nvPr/>
            </p:nvSpPr>
            <p:spPr>
              <a:xfrm>
                <a:off x="1409700" y="4158612"/>
                <a:ext cx="5676900" cy="18158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63538" indent="0" algn="ctr">
                  <a:buNone/>
                </a:pPr>
                <a:r>
                  <a:rPr lang="en-US" sz="1600" dirty="0" smtClean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Ketma-ketlik </a:t>
                </a:r>
                <a:r>
                  <a:rPr lang="en-US" sz="1600" dirty="0" err="1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limiti</a:t>
                </a:r>
                <a:r>
                  <a:rPr lang="en-US" sz="1600" dirty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mohiyatini</a:t>
                </a:r>
                <a:r>
                  <a:rPr lang="en-US" sz="1600" dirty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chuqurroq</a:t>
                </a:r>
                <a:r>
                  <a:rPr lang="en-US" sz="1600" dirty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tushuntirishimiz</a:t>
                </a:r>
                <a:r>
                  <a:rPr lang="en-US" sz="1600" dirty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uchun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1600" dirty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sonining</a:t>
                </a:r>
                <a:r>
                  <a:rPr lang="en-US" sz="1600" dirty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turli</a:t>
                </a:r>
                <a:r>
                  <a:rPr lang="en-US" sz="1600" dirty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qiymatlarida</a:t>
                </a:r>
                <a:r>
                  <a:rPr lang="en-US" sz="1600" dirty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smtClean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(1) </a:t>
                </a:r>
                <a:r>
                  <a:rPr lang="en-US" sz="1600" dirty="0" err="1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tengsizlik</a:t>
                </a:r>
                <a:r>
                  <a:rPr lang="en-US" sz="1600" dirty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uchun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sz="16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16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natural </a:t>
                </a:r>
                <a:r>
                  <a:rPr lang="en-US" sz="1600" dirty="0" err="1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sonini</a:t>
                </a:r>
                <a:r>
                  <a:rPr lang="en-US" sz="1600" dirty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topib</a:t>
                </a:r>
                <a:r>
                  <a:rPr lang="en-US" sz="1600" dirty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, </a:t>
                </a:r>
                <a:r>
                  <a:rPr lang="en-US" sz="1600" dirty="0" err="1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ketma-ketlikning</a:t>
                </a:r>
                <a:r>
                  <a:rPr lang="en-US" sz="1600" dirty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dan</a:t>
                </a:r>
                <a:r>
                  <a:rPr lang="en-US" sz="1600" dirty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katta</a:t>
                </a:r>
                <a:r>
                  <a:rPr lang="en-US" sz="1600" dirty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barcha</a:t>
                </a:r>
                <a:r>
                  <a:rPr lang="en-US" sz="1600" dirty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hadlari</a:t>
                </a:r>
                <a:r>
                  <a:rPr lang="en-US" sz="1600" dirty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600" dirty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nuqtaning</a:t>
                </a:r>
                <a:r>
                  <a:rPr lang="en-US" sz="1600" dirty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 </a:t>
                </a:r>
                <a:r>
                  <a:rPr lang="en-US" sz="1600" dirty="0" err="1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ixtiyoriy</a:t>
                </a:r>
                <a:r>
                  <a:rPr lang="en-US" sz="1600" dirty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𝜀</m:t>
                        </m:r>
                      </m:sub>
                    </m:sSub>
                    <m:r>
                      <a:rPr lang="en-US" sz="16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(0)</m:t>
                    </m:r>
                  </m:oMath>
                </a14:m>
                <a:r>
                  <a:rPr lang="en-US" sz="1600" dirty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atrofida </a:t>
                </a:r>
                <a:r>
                  <a:rPr lang="en-US" sz="1600" dirty="0" err="1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ketma-ketlikning</a:t>
                </a:r>
                <a:r>
                  <a:rPr lang="en-US" sz="1600" dirty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cheksiz</a:t>
                </a:r>
                <a:r>
                  <a:rPr lang="en-US" sz="1600" dirty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ko‘p</a:t>
                </a:r>
                <a:r>
                  <a:rPr lang="en-US" sz="1600" dirty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hadi</a:t>
                </a:r>
                <a:r>
                  <a:rPr lang="en-US" sz="1600" dirty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joylashib</a:t>
                </a:r>
                <a:r>
                  <a:rPr lang="en-US" sz="1600" dirty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uning</a:t>
                </a:r>
                <a:r>
                  <a:rPr lang="en-US" sz="1600" dirty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tashqarisida</a:t>
                </a:r>
                <a:r>
                  <a:rPr lang="en-US" sz="1600" dirty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cheklita</a:t>
                </a:r>
                <a:r>
                  <a:rPr lang="en-US" sz="1600" dirty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hadi</a:t>
                </a:r>
                <a:r>
                  <a:rPr lang="en-US" sz="1600" dirty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qolishini</a:t>
                </a:r>
                <a:r>
                  <a:rPr lang="en-US" sz="1600" dirty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ko‘rsatishimiz</a:t>
                </a:r>
                <a:r>
                  <a:rPr lang="en-US" sz="1600" dirty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kerak</a:t>
                </a:r>
                <a:r>
                  <a:rPr lang="en-US" sz="1600" dirty="0">
                    <a:solidFill>
                      <a:srgbClr val="002060"/>
                    </a:solidFill>
                    <a:latin typeface="Bahnschrift Light" panose="020B0502040204020203" pitchFamily="34" charset="0"/>
                    <a:cs typeface="Times New Roman" panose="02020603050405020304" pitchFamily="18" charset="0"/>
                  </a:rPr>
                  <a:t>.</a:t>
                </a:r>
                <a:endParaRPr lang="en-US" sz="1600" dirty="0">
                  <a:solidFill>
                    <a:srgbClr val="002060"/>
                  </a:solidFill>
                  <a:latin typeface="Bahnschrift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9700" y="4158612"/>
                <a:ext cx="5676900" cy="1815882"/>
              </a:xfrm>
              <a:prstGeom prst="rect">
                <a:avLst/>
              </a:prstGeom>
              <a:blipFill>
                <a:blip r:embed="rId4"/>
                <a:stretch>
                  <a:fillRect t="-1007" b="-33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Пятиугольник 7"/>
          <p:cNvSpPr/>
          <p:nvPr/>
        </p:nvSpPr>
        <p:spPr>
          <a:xfrm>
            <a:off x="1371600" y="3929759"/>
            <a:ext cx="6470073" cy="2273588"/>
          </a:xfrm>
          <a:prstGeom prst="homePlate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4AA75EAB-C55C-4CB3-8F1A-43F4A841B22A}"/>
              </a:ext>
            </a:extLst>
          </p:cNvPr>
          <p:cNvSpPr txBox="1">
            <a:spLocks/>
          </p:cNvSpPr>
          <p:nvPr/>
        </p:nvSpPr>
        <p:spPr>
          <a:xfrm>
            <a:off x="0" y="1109"/>
            <a:ext cx="12191999" cy="1315265"/>
          </a:xfrm>
          <a:prstGeom prst="rect">
            <a:avLst/>
          </a:prstGeom>
          <a:solidFill>
            <a:srgbClr val="0070C0"/>
          </a:solidFill>
        </p:spPr>
        <p:txBody>
          <a:bodyPr vert="horz" lIns="91440" tIns="45720" rIns="91440" bIns="45720" rtlCol="0" anchor="t">
            <a:noAutofit/>
          </a:bodyPr>
          <a:lstStyle>
            <a:defPPr>
              <a:defRPr lang="ru-RU"/>
            </a:defPPr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44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2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i="1" dirty="0" smtClean="0">
                <a:solidFill>
                  <a:schemeClr val="bg1"/>
                </a:solidFill>
                <a:latin typeface="+mn-lt"/>
              </a:rPr>
              <a:t>1-misol</a:t>
            </a:r>
            <a:endParaRPr lang="en-US" sz="3200" i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502515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Прямоугольник 3"/>
              <p:cNvSpPr/>
              <p:nvPr/>
            </p:nvSpPr>
            <p:spPr>
              <a:xfrm>
                <a:off x="1104900" y="1198339"/>
                <a:ext cx="5100729" cy="22180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000" dirty="0" smtClean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Masalan,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bo‘lsin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U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holda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tengsizlikdan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u-RU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u-RU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den>
                        </m:f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bo‘lishi</a:t>
                </a:r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kelib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chiqadi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va (1)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tengsizlik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barcha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larda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bajariladi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Demak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ketma-ketlikning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hadidan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tashqari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barcha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hadlari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nuqtaning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(−1,1)</m:t>
                    </m:r>
                  </m:oMath>
                </a14:m>
                <a:r>
                  <a:rPr lang="en-US" sz="2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atrofida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yotadi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000" dirty="0"/>
              </a:p>
            </p:txBody>
          </p:sp>
        </mc:Choice>
        <mc:Fallback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900" y="1198339"/>
                <a:ext cx="5100729" cy="2218043"/>
              </a:xfrm>
              <a:prstGeom prst="rect">
                <a:avLst/>
              </a:prstGeom>
              <a:blipFill>
                <a:blip r:embed="rId2"/>
                <a:stretch>
                  <a:fillRect l="-1195" r="-1314" b="-4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Группа 26"/>
          <p:cNvGrpSpPr/>
          <p:nvPr/>
        </p:nvGrpSpPr>
        <p:grpSpPr>
          <a:xfrm>
            <a:off x="6629336" y="1872208"/>
            <a:ext cx="5523087" cy="4234491"/>
            <a:chOff x="5093671" y="2076559"/>
            <a:chExt cx="6085446" cy="4234491"/>
          </a:xfrm>
        </p:grpSpPr>
        <p:cxnSp>
          <p:nvCxnSpPr>
            <p:cNvPr id="6" name="Прямая со стрелкой 5"/>
            <p:cNvCxnSpPr/>
            <p:nvPr/>
          </p:nvCxnSpPr>
          <p:spPr>
            <a:xfrm flipV="1">
              <a:off x="5728449" y="2432472"/>
              <a:ext cx="0" cy="3829049"/>
            </a:xfrm>
            <a:prstGeom prst="straightConnector1">
              <a:avLst/>
            </a:prstGeom>
            <a:ln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 стрелкой 6"/>
            <p:cNvCxnSpPr/>
            <p:nvPr/>
          </p:nvCxnSpPr>
          <p:spPr>
            <a:xfrm>
              <a:off x="5728449" y="4990835"/>
              <a:ext cx="4942166" cy="10087"/>
            </a:xfrm>
            <a:prstGeom prst="straightConnector1">
              <a:avLst/>
            </a:prstGeom>
            <a:ln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5546522" y="3579356"/>
              <a:ext cx="495106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>
                  <a:solidFill>
                    <a:srgbClr val="002060"/>
                  </a:solidFill>
                </a:rPr>
                <a:t> ……………………………...........</a:t>
              </a:r>
              <a:endParaRPr lang="ru-RU" sz="2400" dirty="0">
                <a:solidFill>
                  <a:srgbClr val="002060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546522" y="5772339"/>
              <a:ext cx="495106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>
                  <a:solidFill>
                    <a:srgbClr val="002060"/>
                  </a:solidFill>
                </a:rPr>
                <a:t> ……………………………...........</a:t>
              </a:r>
              <a:endParaRPr lang="ru-RU" sz="2400" dirty="0">
                <a:solidFill>
                  <a:srgbClr val="002060"/>
                </a:solidFill>
              </a:endParaRPr>
            </a:p>
          </p:txBody>
        </p:sp>
        <p:sp>
          <p:nvSpPr>
            <p:cNvPr id="10" name="Овал 9"/>
            <p:cNvSpPr/>
            <p:nvPr/>
          </p:nvSpPr>
          <p:spPr>
            <a:xfrm>
              <a:off x="7378917" y="4443229"/>
              <a:ext cx="79331" cy="720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2400">
                <a:solidFill>
                  <a:srgbClr val="002060"/>
                </a:solidFill>
              </a:endParaRPr>
            </a:p>
          </p:txBody>
        </p:sp>
        <p:sp>
          <p:nvSpPr>
            <p:cNvPr id="11" name="Блок-схема: узел 10"/>
            <p:cNvSpPr/>
            <p:nvPr/>
          </p:nvSpPr>
          <p:spPr>
            <a:xfrm>
              <a:off x="6295328" y="3846756"/>
              <a:ext cx="89834" cy="80345"/>
            </a:xfrm>
            <a:prstGeom prst="flowChartConnector">
              <a:avLst/>
            </a:prstGeom>
            <a:solidFill>
              <a:srgbClr val="002060"/>
            </a:soli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3600" dirty="0">
                <a:solidFill>
                  <a:srgbClr val="002060"/>
                </a:solidFill>
              </a:endParaRPr>
            </a:p>
          </p:txBody>
        </p:sp>
        <p:sp>
          <p:nvSpPr>
            <p:cNvPr id="12" name="Блок-схема: узел 11"/>
            <p:cNvSpPr/>
            <p:nvPr/>
          </p:nvSpPr>
          <p:spPr>
            <a:xfrm>
              <a:off x="6696469" y="4227400"/>
              <a:ext cx="89834" cy="80345"/>
            </a:xfrm>
            <a:prstGeom prst="flowChartConnector">
              <a:avLst/>
            </a:prstGeom>
            <a:solidFill>
              <a:srgbClr val="002060"/>
            </a:soli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2400">
                <a:solidFill>
                  <a:srgbClr val="002060"/>
                </a:solidFill>
              </a:endParaRPr>
            </a:p>
          </p:txBody>
        </p:sp>
        <p:sp>
          <p:nvSpPr>
            <p:cNvPr id="13" name="Блок-схема: узел 12"/>
            <p:cNvSpPr/>
            <p:nvPr/>
          </p:nvSpPr>
          <p:spPr>
            <a:xfrm>
              <a:off x="7133484" y="4357015"/>
              <a:ext cx="89834" cy="80345"/>
            </a:xfrm>
            <a:prstGeom prst="flowChartConnector">
              <a:avLst/>
            </a:prstGeom>
            <a:solidFill>
              <a:srgbClr val="002060"/>
            </a:soli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2400">
                <a:solidFill>
                  <a:srgbClr val="002060"/>
                </a:solidFill>
              </a:endParaRPr>
            </a:p>
          </p:txBody>
        </p:sp>
        <p:sp>
          <p:nvSpPr>
            <p:cNvPr id="14" name="Блок-схема: узел 13"/>
            <p:cNvSpPr/>
            <p:nvPr/>
          </p:nvSpPr>
          <p:spPr>
            <a:xfrm>
              <a:off x="7666409" y="4602682"/>
              <a:ext cx="89834" cy="80345"/>
            </a:xfrm>
            <a:prstGeom prst="flowChartConnector">
              <a:avLst/>
            </a:prstGeom>
            <a:solidFill>
              <a:srgbClr val="002060"/>
            </a:soli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2400">
                <a:solidFill>
                  <a:srgbClr val="002060"/>
                </a:solidFill>
              </a:endParaRPr>
            </a:p>
          </p:txBody>
        </p:sp>
        <p:sp>
          <p:nvSpPr>
            <p:cNvPr id="15" name="Блок-схема: узел 14"/>
            <p:cNvSpPr/>
            <p:nvPr/>
          </p:nvSpPr>
          <p:spPr>
            <a:xfrm>
              <a:off x="7953288" y="4730860"/>
              <a:ext cx="89834" cy="80345"/>
            </a:xfrm>
            <a:prstGeom prst="flowChartConnector">
              <a:avLst/>
            </a:prstGeom>
            <a:solidFill>
              <a:srgbClr val="002060"/>
            </a:soli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2400">
                <a:solidFill>
                  <a:srgbClr val="002060"/>
                </a:solidFill>
              </a:endParaRPr>
            </a:p>
          </p:txBody>
        </p:sp>
        <p:sp>
          <p:nvSpPr>
            <p:cNvPr id="16" name="Блок-схема: узел 15"/>
            <p:cNvSpPr/>
            <p:nvPr/>
          </p:nvSpPr>
          <p:spPr>
            <a:xfrm>
              <a:off x="8213484" y="4831351"/>
              <a:ext cx="89834" cy="80345"/>
            </a:xfrm>
            <a:prstGeom prst="flowChartConnector">
              <a:avLst/>
            </a:prstGeom>
            <a:solidFill>
              <a:srgbClr val="002060"/>
            </a:soli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2400">
                <a:solidFill>
                  <a:srgbClr val="00206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 flipH="1">
                  <a:off x="10351999" y="4990835"/>
                  <a:ext cx="82711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ru-RU" sz="24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0351999" y="4990835"/>
                  <a:ext cx="827118" cy="46166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/>
                <p:cNvSpPr txBox="1"/>
                <p:nvPr/>
              </p:nvSpPr>
              <p:spPr>
                <a:xfrm flipH="1">
                  <a:off x="5093671" y="2076559"/>
                  <a:ext cx="82711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ru-RU" sz="24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5093671" y="2076559"/>
                  <a:ext cx="827118" cy="46166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/>
                <p:cNvSpPr txBox="1"/>
                <p:nvPr/>
              </p:nvSpPr>
              <p:spPr>
                <a:xfrm>
                  <a:off x="5397723" y="4803735"/>
                  <a:ext cx="297599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20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97723" y="4803735"/>
                  <a:ext cx="297599" cy="400110"/>
                </a:xfrm>
                <a:prstGeom prst="rect">
                  <a:avLst/>
                </a:prstGeom>
                <a:blipFill>
                  <a:blip r:embed="rId9"/>
                  <a:stretch>
                    <a:fillRect r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/>
                <p:cNvSpPr txBox="1"/>
                <p:nvPr/>
              </p:nvSpPr>
              <p:spPr>
                <a:xfrm>
                  <a:off x="5403405" y="3640911"/>
                  <a:ext cx="297599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20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3405" y="3640911"/>
                  <a:ext cx="297599" cy="400110"/>
                </a:xfrm>
                <a:prstGeom prst="rect">
                  <a:avLst/>
                </a:prstGeom>
                <a:blipFill>
                  <a:blip r:embed="rId10"/>
                  <a:stretch>
                    <a:fillRect r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/>
                <p:cNvSpPr txBox="1"/>
                <p:nvPr/>
              </p:nvSpPr>
              <p:spPr>
                <a:xfrm>
                  <a:off x="5191087" y="5910940"/>
                  <a:ext cx="297599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oMath>
                    </m:oMathPara>
                  </a14:m>
                  <a:endParaRPr lang="en-US" sz="20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91087" y="5910940"/>
                  <a:ext cx="297599" cy="400110"/>
                </a:xfrm>
                <a:prstGeom prst="rect">
                  <a:avLst/>
                </a:prstGeom>
                <a:blipFill>
                  <a:blip r:embed="rId11"/>
                  <a:stretch>
                    <a:fillRect r="-8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Блок-схема: узел 25"/>
            <p:cNvSpPr/>
            <p:nvPr/>
          </p:nvSpPr>
          <p:spPr>
            <a:xfrm>
              <a:off x="8429653" y="4857112"/>
              <a:ext cx="89834" cy="80345"/>
            </a:xfrm>
            <a:prstGeom prst="flowChartConnector">
              <a:avLst/>
            </a:prstGeom>
            <a:solidFill>
              <a:srgbClr val="002060"/>
            </a:soli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2400">
                <a:solidFill>
                  <a:srgbClr val="00206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7646038" y="3424144"/>
                <a:ext cx="3519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6038" y="3424144"/>
                <a:ext cx="351948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8073730" y="3782925"/>
                <a:ext cx="3519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3730" y="3782925"/>
                <a:ext cx="351948" cy="3077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8427206" y="3935325"/>
                <a:ext cx="3519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7206" y="3935325"/>
                <a:ext cx="351948" cy="30777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8677432" y="4059403"/>
                <a:ext cx="3519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7432" y="4059403"/>
                <a:ext cx="351948" cy="3077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8956370" y="4213291"/>
                <a:ext cx="3519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6370" y="4213291"/>
                <a:ext cx="351948" cy="30777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Блок-схема: узел 29"/>
          <p:cNvSpPr/>
          <p:nvPr/>
        </p:nvSpPr>
        <p:spPr>
          <a:xfrm>
            <a:off x="9811275" y="4678622"/>
            <a:ext cx="81532" cy="80345"/>
          </a:xfrm>
          <a:prstGeom prst="flowChartConnector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400">
              <a:solidFill>
                <a:srgbClr val="00206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738570" y="4467117"/>
            <a:ext cx="13656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 ……….</a:t>
            </a:r>
            <a:endParaRPr lang="en-US" sz="2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9608495" y="4452965"/>
                <a:ext cx="3519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8495" y="4452965"/>
                <a:ext cx="351948" cy="307777"/>
              </a:xfrm>
              <a:prstGeom prst="rect">
                <a:avLst/>
              </a:prstGeom>
              <a:blipFill>
                <a:blip r:embed="rId17"/>
                <a:stretch>
                  <a:fillRect r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7625664" y="4760742"/>
                <a:ext cx="27009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2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5664" y="4760742"/>
                <a:ext cx="270098" cy="27699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7958680" y="4760742"/>
                <a:ext cx="27009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12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8680" y="4760742"/>
                <a:ext cx="270098" cy="27699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/>
          <p:cNvSpPr txBox="1"/>
          <p:nvPr/>
        </p:nvSpPr>
        <p:spPr>
          <a:xfrm>
            <a:off x="8301483" y="4758967"/>
            <a:ext cx="2700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002060"/>
                </a:solidFill>
              </a:rPr>
              <a:t>3</a:t>
            </a:r>
            <a:endParaRPr lang="en-US" sz="12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8623588" y="4760742"/>
                <a:ext cx="27009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sz="12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3588" y="4760742"/>
                <a:ext cx="270098" cy="276999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9545161" y="4766281"/>
                <a:ext cx="27009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US" sz="12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5161" y="4766281"/>
                <a:ext cx="270098" cy="276999"/>
              </a:xfrm>
              <a:prstGeom prst="rect">
                <a:avLst/>
              </a:prstGeom>
              <a:blipFill>
                <a:blip r:embed="rId21"/>
                <a:stretch>
                  <a:fillRect r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8872182" y="4760742"/>
                <a:ext cx="27009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sz="12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2182" y="4760742"/>
                <a:ext cx="270098" cy="276999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57855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рямоугольник 1"/>
              <p:cNvSpPr/>
              <p:nvPr/>
            </p:nvSpPr>
            <p:spPr>
              <a:xfrm>
                <a:off x="722168" y="1543033"/>
                <a:ext cx="5353050" cy="184454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63538" indent="0" algn="just">
                  <a:buNone/>
                  <a:tabLst>
                    <a:tab pos="4221163" algn="l"/>
                  </a:tabLst>
                </a:pP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ru-RU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ru-RU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bo‘ls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in.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holda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den>
                        </m:f>
                      </m:e>
                    </m:d>
                    <m:r>
                      <a:rPr lang="ru-RU" i="1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bo‘ladi.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holda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qaralayotgan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ketma-ketlikning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63538" indent="0" algn="just">
                  <a:buNone/>
                  <a:tabLst>
                    <a:tab pos="42211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=1, 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ru-RU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ru-RU" i="1">
                        <a:latin typeface="Cambria Math" panose="02040503050406030204" pitchFamily="18" charset="0"/>
                      </a:rPr>
                      <m:t>,…,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ru-RU" i="1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hadlaridan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tashqari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barcha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hadlari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nuqtaning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(−</m:t>
                    </m:r>
                    <m:f>
                      <m:fPr>
                        <m:ctrlPr>
                          <a:rPr lang="ru-RU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ru-RU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ru-RU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ru-RU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ru-RU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ru-RU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atrofida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yotadi</a:t>
                </a:r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168" y="1543033"/>
                <a:ext cx="5353050" cy="1844544"/>
              </a:xfrm>
              <a:prstGeom prst="rect">
                <a:avLst/>
              </a:prstGeom>
              <a:blipFill>
                <a:blip r:embed="rId2"/>
                <a:stretch>
                  <a:fillRect r="-910" b="-4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Группа 40"/>
          <p:cNvGrpSpPr/>
          <p:nvPr/>
        </p:nvGrpSpPr>
        <p:grpSpPr>
          <a:xfrm>
            <a:off x="6247270" y="1163505"/>
            <a:ext cx="5622475" cy="4749722"/>
            <a:chOff x="4984163" y="1511800"/>
            <a:chExt cx="6194954" cy="4749722"/>
          </a:xfrm>
        </p:grpSpPr>
        <p:cxnSp>
          <p:nvCxnSpPr>
            <p:cNvPr id="42" name="Прямая со стрелкой 41"/>
            <p:cNvCxnSpPr/>
            <p:nvPr/>
          </p:nvCxnSpPr>
          <p:spPr>
            <a:xfrm flipV="1">
              <a:off x="5728449" y="1617515"/>
              <a:ext cx="0" cy="4644007"/>
            </a:xfrm>
            <a:prstGeom prst="straightConnector1">
              <a:avLst/>
            </a:prstGeom>
            <a:ln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Прямая со стрелкой 42"/>
            <p:cNvCxnSpPr/>
            <p:nvPr/>
          </p:nvCxnSpPr>
          <p:spPr>
            <a:xfrm>
              <a:off x="5728449" y="4990835"/>
              <a:ext cx="4942166" cy="10087"/>
            </a:xfrm>
            <a:prstGeom prst="straightConnector1">
              <a:avLst/>
            </a:prstGeom>
            <a:ln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/>
            <p:cNvSpPr txBox="1"/>
            <p:nvPr/>
          </p:nvSpPr>
          <p:spPr>
            <a:xfrm>
              <a:off x="5546522" y="3976636"/>
              <a:ext cx="495106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>
                  <a:solidFill>
                    <a:srgbClr val="002060"/>
                  </a:solidFill>
                </a:rPr>
                <a:t> ……………………………...........</a:t>
              </a:r>
              <a:endParaRPr lang="ru-RU" sz="2400" dirty="0">
                <a:solidFill>
                  <a:srgbClr val="002060"/>
                </a:solidFill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567588" y="5325243"/>
              <a:ext cx="495106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>
                  <a:solidFill>
                    <a:srgbClr val="002060"/>
                  </a:solidFill>
                </a:rPr>
                <a:t> ……………………………...........</a:t>
              </a:r>
              <a:endParaRPr lang="ru-RU" sz="2400" dirty="0">
                <a:solidFill>
                  <a:srgbClr val="00206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/>
                <p:cNvSpPr txBox="1"/>
                <p:nvPr/>
              </p:nvSpPr>
              <p:spPr>
                <a:xfrm flipH="1">
                  <a:off x="10351999" y="4990835"/>
                  <a:ext cx="82711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ru-RU" sz="24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0351999" y="4990835"/>
                  <a:ext cx="827118" cy="46166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/>
                <p:cNvSpPr txBox="1"/>
                <p:nvPr/>
              </p:nvSpPr>
              <p:spPr>
                <a:xfrm flipH="1">
                  <a:off x="4984163" y="1511800"/>
                  <a:ext cx="82711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ru-RU" sz="24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TextBox 5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4984163" y="1511800"/>
                  <a:ext cx="827118" cy="46166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/>
                <p:cNvSpPr txBox="1"/>
                <p:nvPr/>
              </p:nvSpPr>
              <p:spPr>
                <a:xfrm>
                  <a:off x="5397723" y="4803735"/>
                  <a:ext cx="297599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20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97723" y="4803735"/>
                  <a:ext cx="297599" cy="400110"/>
                </a:xfrm>
                <a:prstGeom prst="rect">
                  <a:avLst/>
                </a:prstGeom>
                <a:blipFill>
                  <a:blip r:embed="rId9"/>
                  <a:stretch>
                    <a:fillRect r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/>
                <p:cNvSpPr txBox="1"/>
                <p:nvPr/>
              </p:nvSpPr>
              <p:spPr>
                <a:xfrm>
                  <a:off x="5262859" y="3924284"/>
                  <a:ext cx="494460" cy="67056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20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</m:oMath>
                    </m:oMathPara>
                  </a14:m>
                  <a:endParaRPr lang="en-US" sz="20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TextBox 5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2859" y="3924284"/>
                  <a:ext cx="494460" cy="670568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/>
                <p:cNvSpPr txBox="1"/>
                <p:nvPr/>
              </p:nvSpPr>
              <p:spPr>
                <a:xfrm>
                  <a:off x="5059169" y="5295928"/>
                  <a:ext cx="504236" cy="67056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0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</m:oMath>
                    </m:oMathPara>
                  </a14:m>
                  <a:endParaRPr lang="en-US" sz="20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58" name="TextBox 5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59169" y="5295928"/>
                  <a:ext cx="504236" cy="670568"/>
                </a:xfrm>
                <a:prstGeom prst="rect">
                  <a:avLst/>
                </a:prstGeom>
                <a:blipFill>
                  <a:blip r:embed="rId11"/>
                  <a:stretch>
                    <a:fillRect r="-3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1" name="Блок-схема: узел 20"/>
          <p:cNvSpPr/>
          <p:nvPr/>
        </p:nvSpPr>
        <p:spPr>
          <a:xfrm>
            <a:off x="7219477" y="2188851"/>
            <a:ext cx="81532" cy="80345"/>
          </a:xfrm>
          <a:prstGeom prst="flowChartConnector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400">
              <a:solidFill>
                <a:srgbClr val="002060"/>
              </a:solidFill>
            </a:endParaRPr>
          </a:p>
        </p:txBody>
      </p:sp>
      <p:sp>
        <p:nvSpPr>
          <p:cNvPr id="22" name="Блок-схема: узел 21"/>
          <p:cNvSpPr/>
          <p:nvPr/>
        </p:nvSpPr>
        <p:spPr>
          <a:xfrm>
            <a:off x="7314972" y="2613912"/>
            <a:ext cx="81532" cy="80345"/>
          </a:xfrm>
          <a:prstGeom prst="flowChartConnector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400">
              <a:solidFill>
                <a:srgbClr val="002060"/>
              </a:solidFill>
            </a:endParaRPr>
          </a:p>
        </p:txBody>
      </p:sp>
      <p:sp>
        <p:nvSpPr>
          <p:cNvPr id="23" name="Блок-схема: узел 22"/>
          <p:cNvSpPr/>
          <p:nvPr/>
        </p:nvSpPr>
        <p:spPr>
          <a:xfrm>
            <a:off x="7471583" y="2995462"/>
            <a:ext cx="81532" cy="80345"/>
          </a:xfrm>
          <a:prstGeom prst="flowChartConnector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400">
              <a:solidFill>
                <a:srgbClr val="002060"/>
              </a:solidFill>
            </a:endParaRPr>
          </a:p>
        </p:txBody>
      </p:sp>
      <p:sp>
        <p:nvSpPr>
          <p:cNvPr id="24" name="Блок-схема: узел 23"/>
          <p:cNvSpPr/>
          <p:nvPr/>
        </p:nvSpPr>
        <p:spPr>
          <a:xfrm>
            <a:off x="7658098" y="3250658"/>
            <a:ext cx="81532" cy="80345"/>
          </a:xfrm>
          <a:prstGeom prst="flowChartConnector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400">
              <a:solidFill>
                <a:srgbClr val="002060"/>
              </a:solidFill>
            </a:endParaRPr>
          </a:p>
        </p:txBody>
      </p:sp>
      <p:sp>
        <p:nvSpPr>
          <p:cNvPr id="25" name="Блок-схема: узел 24"/>
          <p:cNvSpPr/>
          <p:nvPr/>
        </p:nvSpPr>
        <p:spPr>
          <a:xfrm>
            <a:off x="7877741" y="3418009"/>
            <a:ext cx="81532" cy="80345"/>
          </a:xfrm>
          <a:prstGeom prst="flowChartConnector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400">
              <a:solidFill>
                <a:srgbClr val="002060"/>
              </a:solidFill>
            </a:endParaRPr>
          </a:p>
        </p:txBody>
      </p:sp>
      <p:sp>
        <p:nvSpPr>
          <p:cNvPr id="26" name="Блок-схема: узел 25"/>
          <p:cNvSpPr/>
          <p:nvPr/>
        </p:nvSpPr>
        <p:spPr>
          <a:xfrm>
            <a:off x="8067036" y="3520822"/>
            <a:ext cx="81532" cy="80345"/>
          </a:xfrm>
          <a:prstGeom prst="flowChartConnector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400">
              <a:solidFill>
                <a:srgbClr val="002060"/>
              </a:solidFill>
            </a:endParaRPr>
          </a:p>
        </p:txBody>
      </p:sp>
      <p:sp>
        <p:nvSpPr>
          <p:cNvPr id="27" name="Блок-схема: узел 26"/>
          <p:cNvSpPr/>
          <p:nvPr/>
        </p:nvSpPr>
        <p:spPr>
          <a:xfrm>
            <a:off x="8238676" y="3617804"/>
            <a:ext cx="81532" cy="80345"/>
          </a:xfrm>
          <a:prstGeom prst="flowChartConnector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400">
              <a:solidFill>
                <a:srgbClr val="002060"/>
              </a:solidFill>
            </a:endParaRPr>
          </a:p>
        </p:txBody>
      </p:sp>
      <p:sp>
        <p:nvSpPr>
          <p:cNvPr id="28" name="Блок-схема: узел 27"/>
          <p:cNvSpPr/>
          <p:nvPr/>
        </p:nvSpPr>
        <p:spPr>
          <a:xfrm>
            <a:off x="8405242" y="3699896"/>
            <a:ext cx="81532" cy="80345"/>
          </a:xfrm>
          <a:prstGeom prst="flowChartConnector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400">
              <a:solidFill>
                <a:srgbClr val="002060"/>
              </a:solidFill>
            </a:endParaRPr>
          </a:p>
        </p:txBody>
      </p:sp>
      <p:sp>
        <p:nvSpPr>
          <p:cNvPr id="29" name="Блок-схема: узел 28"/>
          <p:cNvSpPr/>
          <p:nvPr/>
        </p:nvSpPr>
        <p:spPr>
          <a:xfrm>
            <a:off x="8531042" y="3780241"/>
            <a:ext cx="81532" cy="80345"/>
          </a:xfrm>
          <a:prstGeom prst="flowChartConnector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400">
              <a:solidFill>
                <a:srgbClr val="002060"/>
              </a:solidFill>
            </a:endParaRPr>
          </a:p>
        </p:txBody>
      </p:sp>
      <p:sp>
        <p:nvSpPr>
          <p:cNvPr id="30" name="Блок-схема: узел 29"/>
          <p:cNvSpPr/>
          <p:nvPr/>
        </p:nvSpPr>
        <p:spPr>
          <a:xfrm>
            <a:off x="8681648" y="3866234"/>
            <a:ext cx="81532" cy="80345"/>
          </a:xfrm>
          <a:prstGeom prst="flowChartConnector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400">
              <a:solidFill>
                <a:srgbClr val="002060"/>
              </a:solidFill>
            </a:endParaRPr>
          </a:p>
        </p:txBody>
      </p:sp>
      <p:sp>
        <p:nvSpPr>
          <p:cNvPr id="31" name="Блок-схема: узел 30"/>
          <p:cNvSpPr/>
          <p:nvPr/>
        </p:nvSpPr>
        <p:spPr>
          <a:xfrm>
            <a:off x="8834048" y="4007920"/>
            <a:ext cx="81532" cy="80345"/>
          </a:xfrm>
          <a:prstGeom prst="flowChartConnector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400">
              <a:solidFill>
                <a:srgbClr val="002060"/>
              </a:solidFill>
            </a:endParaRPr>
          </a:p>
        </p:txBody>
      </p:sp>
      <p:sp>
        <p:nvSpPr>
          <p:cNvPr id="32" name="Блок-схема: узел 31"/>
          <p:cNvSpPr/>
          <p:nvPr/>
        </p:nvSpPr>
        <p:spPr>
          <a:xfrm>
            <a:off x="8987260" y="4088265"/>
            <a:ext cx="81532" cy="80345"/>
          </a:xfrm>
          <a:prstGeom prst="flowChartConnector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400">
              <a:solidFill>
                <a:srgbClr val="002060"/>
              </a:solidFill>
            </a:endParaRPr>
          </a:p>
        </p:txBody>
      </p:sp>
      <p:sp>
        <p:nvSpPr>
          <p:cNvPr id="33" name="Блок-схема: узел 32"/>
          <p:cNvSpPr/>
          <p:nvPr/>
        </p:nvSpPr>
        <p:spPr>
          <a:xfrm>
            <a:off x="9124739" y="4186156"/>
            <a:ext cx="81532" cy="80345"/>
          </a:xfrm>
          <a:prstGeom prst="flowChartConnector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400">
              <a:solidFill>
                <a:srgbClr val="002060"/>
              </a:solidFill>
            </a:endParaRPr>
          </a:p>
        </p:txBody>
      </p:sp>
      <p:sp>
        <p:nvSpPr>
          <p:cNvPr id="34" name="Блок-схема: узел 33"/>
          <p:cNvSpPr/>
          <p:nvPr/>
        </p:nvSpPr>
        <p:spPr>
          <a:xfrm>
            <a:off x="9286878" y="4254387"/>
            <a:ext cx="81532" cy="80345"/>
          </a:xfrm>
          <a:prstGeom prst="flowChartConnector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400">
              <a:solidFill>
                <a:srgbClr val="002060"/>
              </a:solidFill>
            </a:endParaRPr>
          </a:p>
        </p:txBody>
      </p:sp>
      <p:sp>
        <p:nvSpPr>
          <p:cNvPr id="35" name="Блок-схема: узел 34"/>
          <p:cNvSpPr/>
          <p:nvPr/>
        </p:nvSpPr>
        <p:spPr>
          <a:xfrm>
            <a:off x="9455892" y="4323332"/>
            <a:ext cx="81532" cy="80345"/>
          </a:xfrm>
          <a:prstGeom prst="flowChartConnector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400">
              <a:solidFill>
                <a:srgbClr val="002060"/>
              </a:solidFill>
            </a:endParaRPr>
          </a:p>
        </p:txBody>
      </p:sp>
      <p:sp>
        <p:nvSpPr>
          <p:cNvPr id="36" name="Блок-схема: узел 35"/>
          <p:cNvSpPr/>
          <p:nvPr/>
        </p:nvSpPr>
        <p:spPr>
          <a:xfrm>
            <a:off x="9624906" y="4397464"/>
            <a:ext cx="81532" cy="80345"/>
          </a:xfrm>
          <a:prstGeom prst="flowChartConnector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400">
              <a:solidFill>
                <a:srgbClr val="002060"/>
              </a:solidFill>
            </a:endParaRPr>
          </a:p>
        </p:txBody>
      </p:sp>
      <p:sp>
        <p:nvSpPr>
          <p:cNvPr id="37" name="Блок-схема: узел 36"/>
          <p:cNvSpPr/>
          <p:nvPr/>
        </p:nvSpPr>
        <p:spPr>
          <a:xfrm>
            <a:off x="9787970" y="4448464"/>
            <a:ext cx="81532" cy="80345"/>
          </a:xfrm>
          <a:prstGeom prst="flowChartConnector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400">
              <a:solidFill>
                <a:srgbClr val="002060"/>
              </a:solidFill>
            </a:endParaRPr>
          </a:p>
        </p:txBody>
      </p:sp>
      <p:sp>
        <p:nvSpPr>
          <p:cNvPr id="38" name="Блок-схема: узел 37"/>
          <p:cNvSpPr/>
          <p:nvPr/>
        </p:nvSpPr>
        <p:spPr>
          <a:xfrm>
            <a:off x="9964889" y="4477416"/>
            <a:ext cx="81532" cy="80345"/>
          </a:xfrm>
          <a:prstGeom prst="flowChartConnector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400">
              <a:solidFill>
                <a:srgbClr val="002060"/>
              </a:solidFill>
            </a:endParaRPr>
          </a:p>
        </p:txBody>
      </p:sp>
      <p:sp>
        <p:nvSpPr>
          <p:cNvPr id="39" name="Блок-схема: узел 38"/>
          <p:cNvSpPr/>
          <p:nvPr/>
        </p:nvSpPr>
        <p:spPr>
          <a:xfrm>
            <a:off x="10135858" y="4490885"/>
            <a:ext cx="81532" cy="80345"/>
          </a:xfrm>
          <a:prstGeom prst="flowChartConnector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40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7260243" y="2008112"/>
                <a:ext cx="3519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0243" y="2008112"/>
                <a:ext cx="351948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7396504" y="2452947"/>
                <a:ext cx="3519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6504" y="2452947"/>
                <a:ext cx="351948" cy="3077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7505784" y="2841573"/>
                <a:ext cx="3519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5784" y="2841573"/>
                <a:ext cx="351948" cy="30777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7686243" y="3104963"/>
                <a:ext cx="3519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6243" y="3104963"/>
                <a:ext cx="351948" cy="3077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7866702" y="3258851"/>
                <a:ext cx="3519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6702" y="3258851"/>
                <a:ext cx="351948" cy="30777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/>
              <p:cNvSpPr txBox="1"/>
              <p:nvPr/>
            </p:nvSpPr>
            <p:spPr>
              <a:xfrm>
                <a:off x="8062551" y="3315295"/>
                <a:ext cx="3519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2551" y="3315295"/>
                <a:ext cx="351948" cy="30777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8229181" y="3409886"/>
                <a:ext cx="3519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181" y="3409886"/>
                <a:ext cx="351948" cy="30777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/>
              <p:cNvSpPr txBox="1"/>
              <p:nvPr/>
            </p:nvSpPr>
            <p:spPr>
              <a:xfrm>
                <a:off x="8423994" y="3506921"/>
                <a:ext cx="3519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3994" y="3506921"/>
                <a:ext cx="351948" cy="30777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8543648" y="3603590"/>
                <a:ext cx="3519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3648" y="3603590"/>
                <a:ext cx="351948" cy="30777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8703754" y="3743000"/>
                <a:ext cx="3519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3754" y="3743000"/>
                <a:ext cx="351948" cy="307777"/>
              </a:xfrm>
              <a:prstGeom prst="rect">
                <a:avLst/>
              </a:prstGeom>
              <a:blipFill>
                <a:blip r:embed="rId21"/>
                <a:stretch>
                  <a:fillRect r="-3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8563632" y="3910816"/>
                <a:ext cx="3519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3632" y="3910816"/>
                <a:ext cx="351948" cy="307777"/>
              </a:xfrm>
              <a:prstGeom prst="rect">
                <a:avLst/>
              </a:prstGeom>
              <a:blipFill>
                <a:blip r:embed="rId22"/>
                <a:stretch>
                  <a:fillRect r="-3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/>
              <p:cNvSpPr txBox="1"/>
              <p:nvPr/>
            </p:nvSpPr>
            <p:spPr>
              <a:xfrm>
                <a:off x="8739606" y="4020896"/>
                <a:ext cx="3519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9" name="Text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9606" y="4020896"/>
                <a:ext cx="351948" cy="307777"/>
              </a:xfrm>
              <a:prstGeom prst="rect">
                <a:avLst/>
              </a:prstGeom>
              <a:blipFill>
                <a:blip r:embed="rId23"/>
                <a:stretch>
                  <a:fillRect r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9239456" y="4254387"/>
                <a:ext cx="3519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9456" y="4254387"/>
                <a:ext cx="351948" cy="307777"/>
              </a:xfrm>
              <a:prstGeom prst="rect">
                <a:avLst/>
              </a:prstGeom>
              <a:blipFill>
                <a:blip r:embed="rId24"/>
                <a:stretch>
                  <a:fillRect r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61079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рямоугольник 1"/>
              <p:cNvSpPr/>
              <p:nvPr/>
            </p:nvSpPr>
            <p:spPr>
              <a:xfrm>
                <a:off x="8862218" y="1730199"/>
                <a:ext cx="1377529" cy="7621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63538" indent="0" algn="just">
                  <a:buNone/>
                  <a:tabLst>
                    <a:tab pos="4221163" algn="l"/>
                  </a:tabLst>
                </a:pP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ru-RU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ru-RU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363538" indent="0" algn="just">
                  <a:buNone/>
                  <a:tabLst>
                    <a:tab pos="42211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ru-RU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ru-RU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ru-RU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2218" y="1730199"/>
                <a:ext cx="1377529" cy="7621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Группа 40"/>
          <p:cNvGrpSpPr/>
          <p:nvPr/>
        </p:nvGrpSpPr>
        <p:grpSpPr>
          <a:xfrm>
            <a:off x="6234674" y="1948471"/>
            <a:ext cx="5622475" cy="4749723"/>
            <a:chOff x="4984163" y="1511800"/>
            <a:chExt cx="6194954" cy="4749723"/>
          </a:xfrm>
        </p:grpSpPr>
        <p:cxnSp>
          <p:nvCxnSpPr>
            <p:cNvPr id="42" name="Прямая со стрелкой 41"/>
            <p:cNvCxnSpPr/>
            <p:nvPr/>
          </p:nvCxnSpPr>
          <p:spPr>
            <a:xfrm flipV="1">
              <a:off x="5728449" y="1911910"/>
              <a:ext cx="0" cy="4349613"/>
            </a:xfrm>
            <a:prstGeom prst="straightConnector1">
              <a:avLst/>
            </a:prstGeom>
            <a:ln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Прямая со стрелкой 42"/>
            <p:cNvCxnSpPr/>
            <p:nvPr/>
          </p:nvCxnSpPr>
          <p:spPr>
            <a:xfrm>
              <a:off x="5728449" y="4990835"/>
              <a:ext cx="4942166" cy="10087"/>
            </a:xfrm>
            <a:prstGeom prst="straightConnector1">
              <a:avLst/>
            </a:prstGeom>
            <a:ln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/>
            <p:cNvSpPr txBox="1"/>
            <p:nvPr/>
          </p:nvSpPr>
          <p:spPr>
            <a:xfrm>
              <a:off x="5546522" y="3976636"/>
              <a:ext cx="495106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>
                  <a:solidFill>
                    <a:srgbClr val="002060"/>
                  </a:solidFill>
                </a:rPr>
                <a:t> ……………………………...........</a:t>
              </a:r>
              <a:endParaRPr lang="ru-RU" sz="2400" dirty="0">
                <a:solidFill>
                  <a:srgbClr val="002060"/>
                </a:solidFill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567588" y="5325243"/>
              <a:ext cx="495106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>
                  <a:solidFill>
                    <a:srgbClr val="002060"/>
                  </a:solidFill>
                </a:rPr>
                <a:t> ……………………………...........</a:t>
              </a:r>
              <a:endParaRPr lang="ru-RU" sz="2400" dirty="0">
                <a:solidFill>
                  <a:srgbClr val="00206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/>
                <p:cNvSpPr txBox="1"/>
                <p:nvPr/>
              </p:nvSpPr>
              <p:spPr>
                <a:xfrm flipH="1">
                  <a:off x="10351999" y="4990835"/>
                  <a:ext cx="82711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ru-RU" sz="20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53" name="TextBox 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0351999" y="4990835"/>
                  <a:ext cx="827118" cy="40011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/>
                <p:cNvSpPr txBox="1"/>
                <p:nvPr/>
              </p:nvSpPr>
              <p:spPr>
                <a:xfrm flipH="1">
                  <a:off x="4984163" y="1511800"/>
                  <a:ext cx="82711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ru-RU" sz="20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TextBox 5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4984163" y="1511800"/>
                  <a:ext cx="827118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/>
                <p:cNvSpPr txBox="1"/>
                <p:nvPr/>
              </p:nvSpPr>
              <p:spPr>
                <a:xfrm>
                  <a:off x="5397723" y="4803735"/>
                  <a:ext cx="297599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20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56" name="TextBox 5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97723" y="4803735"/>
                  <a:ext cx="297599" cy="400110"/>
                </a:xfrm>
                <a:prstGeom prst="rect">
                  <a:avLst/>
                </a:prstGeom>
                <a:blipFill>
                  <a:blip r:embed="rId5"/>
                  <a:stretch>
                    <a:fillRect r="-177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/>
                <p:cNvSpPr txBox="1"/>
                <p:nvPr/>
              </p:nvSpPr>
              <p:spPr>
                <a:xfrm>
                  <a:off x="5262859" y="3924284"/>
                  <a:ext cx="494460" cy="67056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20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</m:oMath>
                    </m:oMathPara>
                  </a14:m>
                  <a:endParaRPr lang="en-US" sz="20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TextBox 5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2859" y="3924284"/>
                  <a:ext cx="494460" cy="67056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/>
                <p:cNvSpPr txBox="1"/>
                <p:nvPr/>
              </p:nvSpPr>
              <p:spPr>
                <a:xfrm>
                  <a:off x="5059169" y="5295928"/>
                  <a:ext cx="504236" cy="67056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0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</m:oMath>
                    </m:oMathPara>
                  </a14:m>
                  <a:endParaRPr lang="en-US" sz="20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58" name="TextBox 5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59169" y="5295928"/>
                  <a:ext cx="504236" cy="670568"/>
                </a:xfrm>
                <a:prstGeom prst="rect">
                  <a:avLst/>
                </a:prstGeom>
                <a:blipFill>
                  <a:blip r:embed="rId7"/>
                  <a:stretch>
                    <a:fillRect r="-3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1" name="Блок-схема: узел 20"/>
          <p:cNvSpPr/>
          <p:nvPr/>
        </p:nvSpPr>
        <p:spPr>
          <a:xfrm>
            <a:off x="7206881" y="2973817"/>
            <a:ext cx="81532" cy="80345"/>
          </a:xfrm>
          <a:prstGeom prst="flowChartConnector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400">
              <a:solidFill>
                <a:srgbClr val="002060"/>
              </a:solidFill>
            </a:endParaRPr>
          </a:p>
        </p:txBody>
      </p:sp>
      <p:sp>
        <p:nvSpPr>
          <p:cNvPr id="22" name="Блок-схема: узел 21"/>
          <p:cNvSpPr/>
          <p:nvPr/>
        </p:nvSpPr>
        <p:spPr>
          <a:xfrm>
            <a:off x="7302376" y="3398878"/>
            <a:ext cx="81532" cy="80345"/>
          </a:xfrm>
          <a:prstGeom prst="flowChartConnector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400">
              <a:solidFill>
                <a:srgbClr val="002060"/>
              </a:solidFill>
            </a:endParaRPr>
          </a:p>
        </p:txBody>
      </p:sp>
      <p:sp>
        <p:nvSpPr>
          <p:cNvPr id="23" name="Блок-схема: узел 22"/>
          <p:cNvSpPr/>
          <p:nvPr/>
        </p:nvSpPr>
        <p:spPr>
          <a:xfrm>
            <a:off x="7458987" y="3780428"/>
            <a:ext cx="81532" cy="80345"/>
          </a:xfrm>
          <a:prstGeom prst="flowChartConnector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400">
              <a:solidFill>
                <a:srgbClr val="002060"/>
              </a:solidFill>
            </a:endParaRPr>
          </a:p>
        </p:txBody>
      </p:sp>
      <p:sp>
        <p:nvSpPr>
          <p:cNvPr id="24" name="Блок-схема: узел 23"/>
          <p:cNvSpPr/>
          <p:nvPr/>
        </p:nvSpPr>
        <p:spPr>
          <a:xfrm>
            <a:off x="7645502" y="4035624"/>
            <a:ext cx="81532" cy="80345"/>
          </a:xfrm>
          <a:prstGeom prst="flowChartConnector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400">
              <a:solidFill>
                <a:srgbClr val="002060"/>
              </a:solidFill>
            </a:endParaRPr>
          </a:p>
        </p:txBody>
      </p:sp>
      <p:sp>
        <p:nvSpPr>
          <p:cNvPr id="25" name="Блок-схема: узел 24"/>
          <p:cNvSpPr/>
          <p:nvPr/>
        </p:nvSpPr>
        <p:spPr>
          <a:xfrm>
            <a:off x="7865145" y="4202975"/>
            <a:ext cx="81532" cy="80345"/>
          </a:xfrm>
          <a:prstGeom prst="flowChartConnector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400">
              <a:solidFill>
                <a:srgbClr val="002060"/>
              </a:solidFill>
            </a:endParaRPr>
          </a:p>
        </p:txBody>
      </p:sp>
      <p:sp>
        <p:nvSpPr>
          <p:cNvPr id="26" name="Блок-схема: узел 25"/>
          <p:cNvSpPr/>
          <p:nvPr/>
        </p:nvSpPr>
        <p:spPr>
          <a:xfrm>
            <a:off x="8054440" y="4305788"/>
            <a:ext cx="81532" cy="80345"/>
          </a:xfrm>
          <a:prstGeom prst="flowChartConnector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400">
              <a:solidFill>
                <a:srgbClr val="002060"/>
              </a:solidFill>
            </a:endParaRPr>
          </a:p>
        </p:txBody>
      </p:sp>
      <p:sp>
        <p:nvSpPr>
          <p:cNvPr id="27" name="Блок-схема: узел 26"/>
          <p:cNvSpPr/>
          <p:nvPr/>
        </p:nvSpPr>
        <p:spPr>
          <a:xfrm>
            <a:off x="8226080" y="4402770"/>
            <a:ext cx="81532" cy="80345"/>
          </a:xfrm>
          <a:prstGeom prst="flowChartConnector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400">
              <a:solidFill>
                <a:srgbClr val="002060"/>
              </a:solidFill>
            </a:endParaRPr>
          </a:p>
        </p:txBody>
      </p:sp>
      <p:sp>
        <p:nvSpPr>
          <p:cNvPr id="28" name="Блок-схема: узел 27"/>
          <p:cNvSpPr/>
          <p:nvPr/>
        </p:nvSpPr>
        <p:spPr>
          <a:xfrm>
            <a:off x="8392646" y="4484862"/>
            <a:ext cx="81532" cy="80345"/>
          </a:xfrm>
          <a:prstGeom prst="flowChartConnector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400">
              <a:solidFill>
                <a:srgbClr val="002060"/>
              </a:solidFill>
            </a:endParaRPr>
          </a:p>
        </p:txBody>
      </p:sp>
      <p:sp>
        <p:nvSpPr>
          <p:cNvPr id="29" name="Блок-схема: узел 28"/>
          <p:cNvSpPr/>
          <p:nvPr/>
        </p:nvSpPr>
        <p:spPr>
          <a:xfrm>
            <a:off x="8518446" y="4565207"/>
            <a:ext cx="81532" cy="80345"/>
          </a:xfrm>
          <a:prstGeom prst="flowChartConnector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400">
              <a:solidFill>
                <a:srgbClr val="002060"/>
              </a:solidFill>
            </a:endParaRPr>
          </a:p>
        </p:txBody>
      </p:sp>
      <p:sp>
        <p:nvSpPr>
          <p:cNvPr id="30" name="Блок-схема: узел 29"/>
          <p:cNvSpPr/>
          <p:nvPr/>
        </p:nvSpPr>
        <p:spPr>
          <a:xfrm>
            <a:off x="8669052" y="4651200"/>
            <a:ext cx="81532" cy="80345"/>
          </a:xfrm>
          <a:prstGeom prst="flowChartConnector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400">
              <a:solidFill>
                <a:srgbClr val="002060"/>
              </a:solidFill>
            </a:endParaRPr>
          </a:p>
        </p:txBody>
      </p:sp>
      <p:sp>
        <p:nvSpPr>
          <p:cNvPr id="31" name="Блок-схема: узел 30"/>
          <p:cNvSpPr/>
          <p:nvPr/>
        </p:nvSpPr>
        <p:spPr>
          <a:xfrm>
            <a:off x="8821452" y="4792886"/>
            <a:ext cx="81532" cy="80345"/>
          </a:xfrm>
          <a:prstGeom prst="flowChartConnector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400">
              <a:solidFill>
                <a:srgbClr val="002060"/>
              </a:solidFill>
            </a:endParaRPr>
          </a:p>
        </p:txBody>
      </p:sp>
      <p:sp>
        <p:nvSpPr>
          <p:cNvPr id="32" name="Блок-схема: узел 31"/>
          <p:cNvSpPr/>
          <p:nvPr/>
        </p:nvSpPr>
        <p:spPr>
          <a:xfrm>
            <a:off x="8974664" y="4873231"/>
            <a:ext cx="81532" cy="80345"/>
          </a:xfrm>
          <a:prstGeom prst="flowChartConnector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400">
              <a:solidFill>
                <a:srgbClr val="002060"/>
              </a:solidFill>
            </a:endParaRPr>
          </a:p>
        </p:txBody>
      </p:sp>
      <p:sp>
        <p:nvSpPr>
          <p:cNvPr id="33" name="Блок-схема: узел 32"/>
          <p:cNvSpPr/>
          <p:nvPr/>
        </p:nvSpPr>
        <p:spPr>
          <a:xfrm>
            <a:off x="9112143" y="4971122"/>
            <a:ext cx="81532" cy="80345"/>
          </a:xfrm>
          <a:prstGeom prst="flowChartConnector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400">
              <a:solidFill>
                <a:srgbClr val="002060"/>
              </a:solidFill>
            </a:endParaRPr>
          </a:p>
        </p:txBody>
      </p:sp>
      <p:sp>
        <p:nvSpPr>
          <p:cNvPr id="34" name="Блок-схема: узел 33"/>
          <p:cNvSpPr/>
          <p:nvPr/>
        </p:nvSpPr>
        <p:spPr>
          <a:xfrm>
            <a:off x="9274282" y="5039353"/>
            <a:ext cx="81532" cy="80345"/>
          </a:xfrm>
          <a:prstGeom prst="flowChartConnector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400">
              <a:solidFill>
                <a:srgbClr val="002060"/>
              </a:solidFill>
            </a:endParaRPr>
          </a:p>
        </p:txBody>
      </p:sp>
      <p:sp>
        <p:nvSpPr>
          <p:cNvPr id="35" name="Блок-схема: узел 34"/>
          <p:cNvSpPr/>
          <p:nvPr/>
        </p:nvSpPr>
        <p:spPr>
          <a:xfrm>
            <a:off x="9443296" y="5108298"/>
            <a:ext cx="81532" cy="80345"/>
          </a:xfrm>
          <a:prstGeom prst="flowChartConnector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400">
              <a:solidFill>
                <a:srgbClr val="002060"/>
              </a:solidFill>
            </a:endParaRPr>
          </a:p>
        </p:txBody>
      </p:sp>
      <p:sp>
        <p:nvSpPr>
          <p:cNvPr id="36" name="Блок-схема: узел 35"/>
          <p:cNvSpPr/>
          <p:nvPr/>
        </p:nvSpPr>
        <p:spPr>
          <a:xfrm>
            <a:off x="9612310" y="5182430"/>
            <a:ext cx="81532" cy="80345"/>
          </a:xfrm>
          <a:prstGeom prst="flowChartConnector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400">
              <a:solidFill>
                <a:srgbClr val="002060"/>
              </a:solidFill>
            </a:endParaRPr>
          </a:p>
        </p:txBody>
      </p:sp>
      <p:sp>
        <p:nvSpPr>
          <p:cNvPr id="37" name="Блок-схема: узел 36"/>
          <p:cNvSpPr/>
          <p:nvPr/>
        </p:nvSpPr>
        <p:spPr>
          <a:xfrm>
            <a:off x="9775374" y="5233430"/>
            <a:ext cx="81532" cy="80345"/>
          </a:xfrm>
          <a:prstGeom prst="flowChartConnector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400">
              <a:solidFill>
                <a:srgbClr val="002060"/>
              </a:solidFill>
            </a:endParaRPr>
          </a:p>
        </p:txBody>
      </p:sp>
      <p:sp>
        <p:nvSpPr>
          <p:cNvPr id="38" name="Блок-схема: узел 37"/>
          <p:cNvSpPr/>
          <p:nvPr/>
        </p:nvSpPr>
        <p:spPr>
          <a:xfrm>
            <a:off x="9952293" y="5262382"/>
            <a:ext cx="81532" cy="80345"/>
          </a:xfrm>
          <a:prstGeom prst="flowChartConnector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400">
              <a:solidFill>
                <a:srgbClr val="002060"/>
              </a:solidFill>
            </a:endParaRPr>
          </a:p>
        </p:txBody>
      </p:sp>
      <p:sp>
        <p:nvSpPr>
          <p:cNvPr id="39" name="Блок-схема: узел 38"/>
          <p:cNvSpPr/>
          <p:nvPr/>
        </p:nvSpPr>
        <p:spPr>
          <a:xfrm>
            <a:off x="10123262" y="5275851"/>
            <a:ext cx="81532" cy="80345"/>
          </a:xfrm>
          <a:prstGeom prst="flowChartConnector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40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7247647" y="2793078"/>
                <a:ext cx="3519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7647" y="2793078"/>
                <a:ext cx="351948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7383908" y="3237913"/>
                <a:ext cx="3519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3908" y="3237913"/>
                <a:ext cx="351948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7493188" y="3626539"/>
                <a:ext cx="3519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3188" y="3626539"/>
                <a:ext cx="351948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7673647" y="3889929"/>
                <a:ext cx="3519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3647" y="3889929"/>
                <a:ext cx="351948" cy="3077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7854106" y="4043817"/>
                <a:ext cx="3519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4106" y="4043817"/>
                <a:ext cx="351948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/>
              <p:cNvSpPr txBox="1"/>
              <p:nvPr/>
            </p:nvSpPr>
            <p:spPr>
              <a:xfrm>
                <a:off x="8049955" y="4100261"/>
                <a:ext cx="3519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9955" y="4100261"/>
                <a:ext cx="351948" cy="3077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8216585" y="4194852"/>
                <a:ext cx="3519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6585" y="4194852"/>
                <a:ext cx="351948" cy="30777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/>
              <p:cNvSpPr txBox="1"/>
              <p:nvPr/>
            </p:nvSpPr>
            <p:spPr>
              <a:xfrm>
                <a:off x="8411398" y="4291887"/>
                <a:ext cx="3519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1398" y="4291887"/>
                <a:ext cx="351948" cy="3077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8531052" y="4388556"/>
                <a:ext cx="3519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1052" y="4388556"/>
                <a:ext cx="351948" cy="30777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8691158" y="4527966"/>
                <a:ext cx="3519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1158" y="4527966"/>
                <a:ext cx="351948" cy="307777"/>
              </a:xfrm>
              <a:prstGeom prst="rect">
                <a:avLst/>
              </a:prstGeom>
              <a:blipFill>
                <a:blip r:embed="rId17"/>
                <a:stretch>
                  <a:fillRect r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8551036" y="4695782"/>
                <a:ext cx="3519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1036" y="4695782"/>
                <a:ext cx="351948" cy="307777"/>
              </a:xfrm>
              <a:prstGeom prst="rect">
                <a:avLst/>
              </a:prstGeom>
              <a:blipFill>
                <a:blip r:embed="rId18"/>
                <a:stretch>
                  <a:fillRect r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/>
              <p:cNvSpPr txBox="1"/>
              <p:nvPr/>
            </p:nvSpPr>
            <p:spPr>
              <a:xfrm>
                <a:off x="8727010" y="4805862"/>
                <a:ext cx="3519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9" name="Text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7010" y="4805862"/>
                <a:ext cx="351948" cy="307777"/>
              </a:xfrm>
              <a:prstGeom prst="rect">
                <a:avLst/>
              </a:prstGeom>
              <a:blipFill>
                <a:blip r:embed="rId19"/>
                <a:stretch>
                  <a:fillRect r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9226860" y="5039353"/>
                <a:ext cx="3519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6860" y="5039353"/>
                <a:ext cx="351948" cy="307777"/>
              </a:xfrm>
              <a:prstGeom prst="rect">
                <a:avLst/>
              </a:prstGeom>
              <a:blipFill>
                <a:blip r:embed="rId20"/>
                <a:stretch>
                  <a:fillRect r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Прямоугольник 2"/>
              <p:cNvSpPr/>
              <p:nvPr/>
            </p:nvSpPr>
            <p:spPr>
              <a:xfrm>
                <a:off x="3423835" y="1763805"/>
                <a:ext cx="912366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3835" y="1763805"/>
                <a:ext cx="912366" cy="646331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5" name="Группа 94"/>
          <p:cNvGrpSpPr/>
          <p:nvPr/>
        </p:nvGrpSpPr>
        <p:grpSpPr>
          <a:xfrm>
            <a:off x="573900" y="2016653"/>
            <a:ext cx="5523087" cy="4234491"/>
            <a:chOff x="5093671" y="2076559"/>
            <a:chExt cx="6085446" cy="4234491"/>
          </a:xfrm>
        </p:grpSpPr>
        <p:cxnSp>
          <p:nvCxnSpPr>
            <p:cNvPr id="96" name="Прямая со стрелкой 95"/>
            <p:cNvCxnSpPr/>
            <p:nvPr/>
          </p:nvCxnSpPr>
          <p:spPr>
            <a:xfrm flipV="1">
              <a:off x="5728449" y="2432472"/>
              <a:ext cx="0" cy="3829049"/>
            </a:xfrm>
            <a:prstGeom prst="straightConnector1">
              <a:avLst/>
            </a:prstGeom>
            <a:ln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Прямая со стрелкой 96"/>
            <p:cNvCxnSpPr/>
            <p:nvPr/>
          </p:nvCxnSpPr>
          <p:spPr>
            <a:xfrm>
              <a:off x="5728449" y="4990835"/>
              <a:ext cx="4942166" cy="10087"/>
            </a:xfrm>
            <a:prstGeom prst="straightConnector1">
              <a:avLst/>
            </a:prstGeom>
            <a:ln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TextBox 97"/>
            <p:cNvSpPr txBox="1"/>
            <p:nvPr/>
          </p:nvSpPr>
          <p:spPr>
            <a:xfrm>
              <a:off x="5546522" y="3579356"/>
              <a:ext cx="495106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>
                  <a:solidFill>
                    <a:srgbClr val="002060"/>
                  </a:solidFill>
                </a:rPr>
                <a:t> ……………………………...........</a:t>
              </a:r>
              <a:endParaRPr lang="ru-RU" sz="2400" dirty="0">
                <a:solidFill>
                  <a:srgbClr val="002060"/>
                </a:solidFill>
              </a:endParaRP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5546522" y="5772339"/>
              <a:ext cx="495106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>
                  <a:solidFill>
                    <a:srgbClr val="002060"/>
                  </a:solidFill>
                </a:rPr>
                <a:t> ……………………………...........</a:t>
              </a:r>
              <a:endParaRPr lang="ru-RU" sz="2400" dirty="0">
                <a:solidFill>
                  <a:srgbClr val="002060"/>
                </a:solidFill>
              </a:endParaRPr>
            </a:p>
          </p:txBody>
        </p:sp>
        <p:sp>
          <p:nvSpPr>
            <p:cNvPr id="100" name="Овал 99"/>
            <p:cNvSpPr/>
            <p:nvPr/>
          </p:nvSpPr>
          <p:spPr>
            <a:xfrm>
              <a:off x="7378917" y="4443229"/>
              <a:ext cx="79331" cy="720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2400">
                <a:solidFill>
                  <a:srgbClr val="002060"/>
                </a:solidFill>
              </a:endParaRPr>
            </a:p>
          </p:txBody>
        </p:sp>
        <p:sp>
          <p:nvSpPr>
            <p:cNvPr id="101" name="Блок-схема: узел 100"/>
            <p:cNvSpPr/>
            <p:nvPr/>
          </p:nvSpPr>
          <p:spPr>
            <a:xfrm>
              <a:off x="6295328" y="3846756"/>
              <a:ext cx="89834" cy="80345"/>
            </a:xfrm>
            <a:prstGeom prst="flowChartConnector">
              <a:avLst/>
            </a:prstGeom>
            <a:solidFill>
              <a:srgbClr val="002060"/>
            </a:soli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3600" dirty="0">
                <a:solidFill>
                  <a:srgbClr val="002060"/>
                </a:solidFill>
              </a:endParaRPr>
            </a:p>
          </p:txBody>
        </p:sp>
        <p:sp>
          <p:nvSpPr>
            <p:cNvPr id="102" name="Блок-схема: узел 101"/>
            <p:cNvSpPr/>
            <p:nvPr/>
          </p:nvSpPr>
          <p:spPr>
            <a:xfrm>
              <a:off x="6696469" y="4227400"/>
              <a:ext cx="89834" cy="80345"/>
            </a:xfrm>
            <a:prstGeom prst="flowChartConnector">
              <a:avLst/>
            </a:prstGeom>
            <a:solidFill>
              <a:srgbClr val="002060"/>
            </a:soli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2400">
                <a:solidFill>
                  <a:srgbClr val="002060"/>
                </a:solidFill>
              </a:endParaRPr>
            </a:p>
          </p:txBody>
        </p:sp>
        <p:sp>
          <p:nvSpPr>
            <p:cNvPr id="103" name="Блок-схема: узел 102"/>
            <p:cNvSpPr/>
            <p:nvPr/>
          </p:nvSpPr>
          <p:spPr>
            <a:xfrm>
              <a:off x="7133484" y="4357015"/>
              <a:ext cx="89834" cy="80345"/>
            </a:xfrm>
            <a:prstGeom prst="flowChartConnector">
              <a:avLst/>
            </a:prstGeom>
            <a:solidFill>
              <a:srgbClr val="002060"/>
            </a:soli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2400">
                <a:solidFill>
                  <a:srgbClr val="002060"/>
                </a:solidFill>
              </a:endParaRPr>
            </a:p>
          </p:txBody>
        </p:sp>
        <p:sp>
          <p:nvSpPr>
            <p:cNvPr id="104" name="Блок-схема: узел 103"/>
            <p:cNvSpPr/>
            <p:nvPr/>
          </p:nvSpPr>
          <p:spPr>
            <a:xfrm>
              <a:off x="7666409" y="4602682"/>
              <a:ext cx="89834" cy="80345"/>
            </a:xfrm>
            <a:prstGeom prst="flowChartConnector">
              <a:avLst/>
            </a:prstGeom>
            <a:solidFill>
              <a:srgbClr val="002060"/>
            </a:soli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2400">
                <a:solidFill>
                  <a:srgbClr val="002060"/>
                </a:solidFill>
              </a:endParaRPr>
            </a:p>
          </p:txBody>
        </p:sp>
        <p:sp>
          <p:nvSpPr>
            <p:cNvPr id="105" name="Блок-схема: узел 104"/>
            <p:cNvSpPr/>
            <p:nvPr/>
          </p:nvSpPr>
          <p:spPr>
            <a:xfrm>
              <a:off x="7953288" y="4730860"/>
              <a:ext cx="89834" cy="80345"/>
            </a:xfrm>
            <a:prstGeom prst="flowChartConnector">
              <a:avLst/>
            </a:prstGeom>
            <a:solidFill>
              <a:srgbClr val="002060"/>
            </a:soli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2400">
                <a:solidFill>
                  <a:srgbClr val="002060"/>
                </a:solidFill>
              </a:endParaRPr>
            </a:p>
          </p:txBody>
        </p:sp>
        <p:sp>
          <p:nvSpPr>
            <p:cNvPr id="106" name="Блок-схема: узел 105"/>
            <p:cNvSpPr/>
            <p:nvPr/>
          </p:nvSpPr>
          <p:spPr>
            <a:xfrm>
              <a:off x="8213484" y="4831351"/>
              <a:ext cx="89834" cy="80345"/>
            </a:xfrm>
            <a:prstGeom prst="flowChartConnector">
              <a:avLst/>
            </a:prstGeom>
            <a:solidFill>
              <a:srgbClr val="002060"/>
            </a:soli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2400">
                <a:solidFill>
                  <a:srgbClr val="00206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TextBox 106"/>
                <p:cNvSpPr txBox="1"/>
                <p:nvPr/>
              </p:nvSpPr>
              <p:spPr>
                <a:xfrm flipH="1">
                  <a:off x="10351999" y="4990835"/>
                  <a:ext cx="82711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ru-RU" sz="20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07" name="TextBox 10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0351999" y="4990835"/>
                  <a:ext cx="827118" cy="400110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TextBox 107"/>
                <p:cNvSpPr txBox="1"/>
                <p:nvPr/>
              </p:nvSpPr>
              <p:spPr>
                <a:xfrm flipH="1">
                  <a:off x="5093671" y="2076559"/>
                  <a:ext cx="82711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ru-RU" sz="20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08" name="TextBox 10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5093671" y="2076559"/>
                  <a:ext cx="827118" cy="400110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TextBox 108"/>
                <p:cNvSpPr txBox="1"/>
                <p:nvPr/>
              </p:nvSpPr>
              <p:spPr>
                <a:xfrm>
                  <a:off x="5397723" y="4803735"/>
                  <a:ext cx="297599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20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97723" y="4803735"/>
                  <a:ext cx="297599" cy="400110"/>
                </a:xfrm>
                <a:prstGeom prst="rect">
                  <a:avLst/>
                </a:prstGeom>
                <a:blipFill>
                  <a:blip r:embed="rId24"/>
                  <a:stretch>
                    <a:fillRect r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TextBox 109"/>
                <p:cNvSpPr txBox="1"/>
                <p:nvPr/>
              </p:nvSpPr>
              <p:spPr>
                <a:xfrm>
                  <a:off x="5403405" y="3640911"/>
                  <a:ext cx="297599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20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3405" y="3640911"/>
                  <a:ext cx="297599" cy="400110"/>
                </a:xfrm>
                <a:prstGeom prst="rect">
                  <a:avLst/>
                </a:prstGeom>
                <a:blipFill>
                  <a:blip r:embed="rId25"/>
                  <a:stretch>
                    <a:fillRect r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TextBox 110"/>
                <p:cNvSpPr txBox="1"/>
                <p:nvPr/>
              </p:nvSpPr>
              <p:spPr>
                <a:xfrm>
                  <a:off x="5191087" y="5910940"/>
                  <a:ext cx="297599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oMath>
                    </m:oMathPara>
                  </a14:m>
                  <a:endParaRPr lang="en-US" sz="20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91087" y="5910940"/>
                  <a:ext cx="297599" cy="400110"/>
                </a:xfrm>
                <a:prstGeom prst="rect">
                  <a:avLst/>
                </a:prstGeom>
                <a:blipFill>
                  <a:blip r:embed="rId26"/>
                  <a:stretch>
                    <a:fillRect r="-8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2" name="Блок-схема: узел 111"/>
            <p:cNvSpPr/>
            <p:nvPr/>
          </p:nvSpPr>
          <p:spPr>
            <a:xfrm>
              <a:off x="8429653" y="4857112"/>
              <a:ext cx="89834" cy="80345"/>
            </a:xfrm>
            <a:prstGeom prst="flowChartConnector">
              <a:avLst/>
            </a:prstGeom>
            <a:solidFill>
              <a:srgbClr val="002060"/>
            </a:soli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2400">
                <a:solidFill>
                  <a:srgbClr val="00206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TextBox 112"/>
              <p:cNvSpPr txBox="1"/>
              <p:nvPr/>
            </p:nvSpPr>
            <p:spPr>
              <a:xfrm>
                <a:off x="1590602" y="3568589"/>
                <a:ext cx="3519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3" name="TextBox 1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0602" y="3568589"/>
                <a:ext cx="351948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/>
              <p:cNvSpPr txBox="1"/>
              <p:nvPr/>
            </p:nvSpPr>
            <p:spPr>
              <a:xfrm>
                <a:off x="2018294" y="3927370"/>
                <a:ext cx="3519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4" name="TextBox 1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8294" y="3927370"/>
                <a:ext cx="351948" cy="307777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Box 114"/>
              <p:cNvSpPr txBox="1"/>
              <p:nvPr/>
            </p:nvSpPr>
            <p:spPr>
              <a:xfrm>
                <a:off x="2371770" y="4079770"/>
                <a:ext cx="3519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5" name="TextBox 1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1770" y="4079770"/>
                <a:ext cx="351948" cy="307777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/>
              <p:cNvSpPr txBox="1"/>
              <p:nvPr/>
            </p:nvSpPr>
            <p:spPr>
              <a:xfrm>
                <a:off x="2621996" y="4203848"/>
                <a:ext cx="3519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6" name="TextBox 1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1996" y="4203848"/>
                <a:ext cx="351948" cy="307777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/>
              <p:cNvSpPr txBox="1"/>
              <p:nvPr/>
            </p:nvSpPr>
            <p:spPr>
              <a:xfrm>
                <a:off x="2900934" y="4357736"/>
                <a:ext cx="3519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7" name="TextBox 1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0934" y="4357736"/>
                <a:ext cx="351948" cy="307777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8" name="Блок-схема: узел 117"/>
          <p:cNvSpPr/>
          <p:nvPr/>
        </p:nvSpPr>
        <p:spPr>
          <a:xfrm>
            <a:off x="3755839" y="4823067"/>
            <a:ext cx="81532" cy="80345"/>
          </a:xfrm>
          <a:prstGeom prst="flowChartConnector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400">
              <a:solidFill>
                <a:srgbClr val="002060"/>
              </a:solidFill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3683134" y="4611562"/>
            <a:ext cx="13656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 ……….</a:t>
            </a:r>
            <a:endParaRPr lang="en-US" sz="2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9"/>
              <p:cNvSpPr txBox="1"/>
              <p:nvPr/>
            </p:nvSpPr>
            <p:spPr>
              <a:xfrm>
                <a:off x="3553059" y="4597410"/>
                <a:ext cx="3519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0" name="TextBox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3059" y="4597410"/>
                <a:ext cx="351948" cy="307777"/>
              </a:xfrm>
              <a:prstGeom prst="rect">
                <a:avLst/>
              </a:prstGeom>
              <a:blipFill>
                <a:blip r:embed="rId31"/>
                <a:stretch>
                  <a:fillRect r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/>
              <p:cNvSpPr txBox="1"/>
              <p:nvPr/>
            </p:nvSpPr>
            <p:spPr>
              <a:xfrm>
                <a:off x="1570228" y="4905187"/>
                <a:ext cx="27009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2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1" name="TextBox 1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0228" y="4905187"/>
                <a:ext cx="270098" cy="276999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/>
              <p:cNvSpPr txBox="1"/>
              <p:nvPr/>
            </p:nvSpPr>
            <p:spPr>
              <a:xfrm>
                <a:off x="1903244" y="4905187"/>
                <a:ext cx="27009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12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2" name="TextBox 1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3244" y="4905187"/>
                <a:ext cx="270098" cy="276999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" name="TextBox 122"/>
          <p:cNvSpPr txBox="1"/>
          <p:nvPr/>
        </p:nvSpPr>
        <p:spPr>
          <a:xfrm>
            <a:off x="2246047" y="4903412"/>
            <a:ext cx="2700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002060"/>
                </a:solidFill>
              </a:rPr>
              <a:t>3</a:t>
            </a:r>
            <a:endParaRPr lang="en-US" sz="12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/>
              <p:cNvSpPr txBox="1"/>
              <p:nvPr/>
            </p:nvSpPr>
            <p:spPr>
              <a:xfrm>
                <a:off x="2568152" y="4905187"/>
                <a:ext cx="27009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sz="12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4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8152" y="4905187"/>
                <a:ext cx="270098" cy="276999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/>
              <p:cNvSpPr txBox="1"/>
              <p:nvPr/>
            </p:nvSpPr>
            <p:spPr>
              <a:xfrm>
                <a:off x="3489725" y="4910726"/>
                <a:ext cx="27009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US" sz="12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5" name="TextBox 1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9725" y="4910726"/>
                <a:ext cx="270098" cy="276999"/>
              </a:xfrm>
              <a:prstGeom prst="rect">
                <a:avLst/>
              </a:prstGeom>
              <a:blipFill>
                <a:blip r:embed="rId35"/>
                <a:stretch>
                  <a:fillRect r="-4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/>
              <p:cNvSpPr txBox="1"/>
              <p:nvPr/>
            </p:nvSpPr>
            <p:spPr>
              <a:xfrm>
                <a:off x="2816746" y="4905187"/>
                <a:ext cx="27009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sz="12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6" name="TextBox 1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6746" y="4905187"/>
                <a:ext cx="270098" cy="276999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82095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Прямоугольник 2"/>
              <p:cNvSpPr/>
              <p:nvPr/>
            </p:nvSpPr>
            <p:spPr>
              <a:xfrm>
                <a:off x="606013" y="1897800"/>
                <a:ext cx="5583382" cy="39095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R="180340" algn="just">
                  <a:lnSpc>
                    <a:spcPct val="115000"/>
                  </a:lnSpc>
                  <a:spcAft>
                    <a:spcPts val="0"/>
                  </a:spcAft>
                </a:pPr>
                <a:r>
                  <a:rPr lang="en-US" sz="16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18.2-misol.</a:t>
                </a: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uz-Cyrl-UZ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Ketma-ketlik  limiti ta’rifi</a:t>
                </a:r>
                <a:r>
                  <a:rPr lang="en-US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ning</a:t>
                </a: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inkori</a:t>
                </a: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ya’ni</a:t>
                </a: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(18.3) </a:t>
                </a:r>
                <a:r>
                  <a:rPr lang="en-US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munosabat</a:t>
                </a: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uz-Cyrl-UZ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bo‘yicha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soni</a:t>
                </a: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𝑠𝑖𝑛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uz-Cyrl-UZ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ketma-ketlik</a:t>
                </a:r>
                <a:r>
                  <a:rPr lang="en-US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ning</a:t>
                </a:r>
                <a:r>
                  <a:rPr lang="uz-Cyrl-UZ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limiti bo‘</a:t>
                </a:r>
                <a:r>
                  <a:rPr lang="en-US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lmasligini</a:t>
                </a: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ko‘rsating</a:t>
                </a: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14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R="180340" algn="just">
                  <a:lnSpc>
                    <a:spcPct val="115000"/>
                  </a:lnSpc>
                  <a:spcAft>
                    <a:spcPts val="0"/>
                  </a:spcAft>
                </a:pPr>
                <a:r>
                  <a:rPr lang="en-US" b="1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   </a:t>
                </a:r>
                <a:r>
                  <a:rPr lang="en-US" b="1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Yechish</a:t>
                </a:r>
                <a:r>
                  <a:rPr lang="en-US" b="1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deb </a:t>
                </a:r>
                <a:r>
                  <a:rPr lang="en-US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olamiz</a:t>
                </a: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u </a:t>
                </a:r>
                <a:r>
                  <a:rPr lang="en-US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holda</a:t>
                </a: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∀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son </a:t>
                </a:r>
                <a:r>
                  <a:rPr lang="en-US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uchun</a:t>
                </a: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=2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deb </a:t>
                </a:r>
                <a:r>
                  <a:rPr lang="en-US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olsak</a:t>
                </a: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&gt;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bo‘lgan</a:t>
                </a: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natural son </a:t>
                </a:r>
                <a:r>
                  <a:rPr lang="en-US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mavjud</a:t>
                </a: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va</a:t>
                </a:r>
                <a:endParaRPr lang="en-US" sz="14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R="180340" algn="ctr">
                  <a:lnSpc>
                    <a:spcPct val="115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𝑠𝑖𝑛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𝑠𝑖𝑛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𝜋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=1&gt;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4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R="180340">
                  <a:lnSpc>
                    <a:spcPct val="115000"/>
                  </a:lnSpc>
                  <a:spcAft>
                    <a:spcPts val="0"/>
                  </a:spcAft>
                </a:pPr>
                <a:r>
                  <a:rPr lang="en-US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munosabat</a:t>
                </a: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bajariladi</a:t>
                </a: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Demak</a:t>
                </a: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(18.3) </a:t>
                </a:r>
                <a:r>
                  <a:rPr lang="en-US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munosabatga</a:t>
                </a: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ko‘ra</a:t>
                </a: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soni</a:t>
                </a: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𝑠𝑖𝑛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uz-Cyrl-UZ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ketma-ketlik</a:t>
                </a:r>
                <a:r>
                  <a:rPr lang="en-US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ning</a:t>
                </a:r>
                <a:r>
                  <a:rPr lang="uz-Cyrl-UZ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limiti</a:t>
                </a: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emasligini</a:t>
                </a: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aniqlaymiz</a:t>
                </a: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013" y="1897800"/>
                <a:ext cx="5583382" cy="3909596"/>
              </a:xfrm>
              <a:prstGeom prst="rect">
                <a:avLst/>
              </a:prstGeom>
              <a:blipFill>
                <a:blip r:embed="rId2"/>
                <a:stretch>
                  <a:fillRect l="-873" t="-312" b="-7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/>
          <p:cNvGrpSpPr/>
          <p:nvPr/>
        </p:nvGrpSpPr>
        <p:grpSpPr>
          <a:xfrm>
            <a:off x="6712464" y="1872208"/>
            <a:ext cx="5523087" cy="4184962"/>
            <a:chOff x="5093671" y="2076559"/>
            <a:chExt cx="6085446" cy="4184962"/>
          </a:xfrm>
        </p:grpSpPr>
        <p:cxnSp>
          <p:nvCxnSpPr>
            <p:cNvPr id="5" name="Прямая со стрелкой 4"/>
            <p:cNvCxnSpPr/>
            <p:nvPr/>
          </p:nvCxnSpPr>
          <p:spPr>
            <a:xfrm flipV="1">
              <a:off x="5728449" y="2432472"/>
              <a:ext cx="0" cy="3829049"/>
            </a:xfrm>
            <a:prstGeom prst="straightConnector1">
              <a:avLst/>
            </a:prstGeom>
            <a:ln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Прямая со стрелкой 5"/>
            <p:cNvCxnSpPr/>
            <p:nvPr/>
          </p:nvCxnSpPr>
          <p:spPr>
            <a:xfrm>
              <a:off x="5728449" y="4990835"/>
              <a:ext cx="4942166" cy="10087"/>
            </a:xfrm>
            <a:prstGeom prst="straightConnector1">
              <a:avLst/>
            </a:prstGeom>
            <a:ln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5522670" y="2942936"/>
              <a:ext cx="495106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>
                  <a:solidFill>
                    <a:srgbClr val="002060"/>
                  </a:solidFill>
                </a:rPr>
                <a:t> ……………………………...........</a:t>
              </a:r>
              <a:endParaRPr lang="ru-RU" sz="2400" dirty="0">
                <a:solidFill>
                  <a:srgbClr val="002060"/>
                </a:solidFill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522670" y="4010622"/>
              <a:ext cx="495106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>
                  <a:solidFill>
                    <a:srgbClr val="002060"/>
                  </a:solidFill>
                </a:rPr>
                <a:t> ……………………………...........</a:t>
              </a:r>
              <a:endParaRPr lang="ru-RU" sz="2400" dirty="0">
                <a:solidFill>
                  <a:srgbClr val="002060"/>
                </a:solidFill>
              </a:endParaRPr>
            </a:p>
          </p:txBody>
        </p:sp>
        <p:sp>
          <p:nvSpPr>
            <p:cNvPr id="10" name="Блок-схема: узел 9"/>
            <p:cNvSpPr/>
            <p:nvPr/>
          </p:nvSpPr>
          <p:spPr>
            <a:xfrm>
              <a:off x="6295328" y="3846756"/>
              <a:ext cx="89834" cy="80345"/>
            </a:xfrm>
            <a:prstGeom prst="flowChartConnector">
              <a:avLst/>
            </a:prstGeom>
            <a:solidFill>
              <a:srgbClr val="002060"/>
            </a:soli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3600" dirty="0">
                <a:solidFill>
                  <a:srgbClr val="00206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/>
                <p:cNvSpPr txBox="1"/>
                <p:nvPr/>
              </p:nvSpPr>
              <p:spPr>
                <a:xfrm flipH="1">
                  <a:off x="10351999" y="4990835"/>
                  <a:ext cx="82711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ru-RU" sz="24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0351999" y="4990835"/>
                  <a:ext cx="827118" cy="46166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 flipH="1">
                  <a:off x="5093671" y="2076559"/>
                  <a:ext cx="82711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ru-RU" sz="24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5093671" y="2076559"/>
                  <a:ext cx="827118" cy="46166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/>
                <p:cNvSpPr txBox="1"/>
                <p:nvPr/>
              </p:nvSpPr>
              <p:spPr>
                <a:xfrm>
                  <a:off x="5397723" y="4803735"/>
                  <a:ext cx="297599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20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97723" y="4803735"/>
                  <a:ext cx="297599" cy="400110"/>
                </a:xfrm>
                <a:prstGeom prst="rect">
                  <a:avLst/>
                </a:prstGeom>
                <a:blipFill>
                  <a:blip r:embed="rId9"/>
                  <a:stretch>
                    <a:fillRect r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/>
                <p:cNvSpPr txBox="1"/>
                <p:nvPr/>
              </p:nvSpPr>
              <p:spPr>
                <a:xfrm>
                  <a:off x="5403405" y="3640911"/>
                  <a:ext cx="297599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16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3405" y="3640911"/>
                  <a:ext cx="297599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/>
                <p:cNvSpPr txBox="1"/>
                <p:nvPr/>
              </p:nvSpPr>
              <p:spPr>
                <a:xfrm>
                  <a:off x="5289176" y="5734386"/>
                  <a:ext cx="297599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oMath>
                    </m:oMathPara>
                  </a14:m>
                  <a:endParaRPr lang="en-US" sz="16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89176" y="5734386"/>
                  <a:ext cx="297599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5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7646038" y="3424144"/>
                <a:ext cx="3519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6038" y="3424144"/>
                <a:ext cx="351948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7976330" y="4488794"/>
                <a:ext cx="3519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6330" y="4488794"/>
                <a:ext cx="351948" cy="3077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8401079" y="5421743"/>
                <a:ext cx="3519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1079" y="5421743"/>
                <a:ext cx="351948" cy="30777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8677432" y="4502890"/>
                <a:ext cx="3519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7432" y="4502890"/>
                <a:ext cx="351948" cy="3077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8935630" y="3451326"/>
                <a:ext cx="3519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5630" y="3451326"/>
                <a:ext cx="351948" cy="30777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9171014" y="4507389"/>
                <a:ext cx="3519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1014" y="4507389"/>
                <a:ext cx="351948" cy="30777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7638641" y="4747083"/>
                <a:ext cx="27009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2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8641" y="4747083"/>
                <a:ext cx="270098" cy="27699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7958680" y="4760742"/>
                <a:ext cx="27009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12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8680" y="4760742"/>
                <a:ext cx="270098" cy="27699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8301483" y="4758967"/>
            <a:ext cx="2700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002060"/>
                </a:solidFill>
              </a:rPr>
              <a:t>3</a:t>
            </a:r>
            <a:endParaRPr lang="en-US" sz="12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8623588" y="4760742"/>
                <a:ext cx="27009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sz="12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3588" y="4760742"/>
                <a:ext cx="270098" cy="276999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10082825" y="4766281"/>
                <a:ext cx="27009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US" sz="12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2825" y="4766281"/>
                <a:ext cx="270098" cy="276999"/>
              </a:xfrm>
              <a:prstGeom prst="rect">
                <a:avLst/>
              </a:prstGeom>
              <a:blipFill>
                <a:blip r:embed="rId21"/>
                <a:stretch>
                  <a:fillRect r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8872182" y="4760742"/>
                <a:ext cx="27009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sz="12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2182" y="4760742"/>
                <a:ext cx="270098" cy="276999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6971022" y="2849214"/>
                <a:ext cx="270098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1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2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1022" y="2849214"/>
                <a:ext cx="270098" cy="438005"/>
              </a:xfrm>
              <a:prstGeom prst="rect">
                <a:avLst/>
              </a:prstGeom>
              <a:blipFill>
                <a:blip r:embed="rId23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6812723" y="3935325"/>
                <a:ext cx="551209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2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2723" y="3935325"/>
                <a:ext cx="551209" cy="438005"/>
              </a:xfrm>
              <a:prstGeom prst="rect">
                <a:avLst/>
              </a:prstGeom>
              <a:blipFill>
                <a:blip r:embed="rId24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Блок-схема: узел 37"/>
          <p:cNvSpPr/>
          <p:nvPr/>
        </p:nvSpPr>
        <p:spPr>
          <a:xfrm>
            <a:off x="8401079" y="5659139"/>
            <a:ext cx="81532" cy="80345"/>
          </a:xfrm>
          <a:prstGeom prst="flowChartConnector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400">
              <a:solidFill>
                <a:srgbClr val="002060"/>
              </a:solidFill>
            </a:endParaRPr>
          </a:p>
        </p:txBody>
      </p:sp>
      <p:sp>
        <p:nvSpPr>
          <p:cNvPr id="39" name="Блок-схема: узел 38"/>
          <p:cNvSpPr/>
          <p:nvPr/>
        </p:nvSpPr>
        <p:spPr>
          <a:xfrm>
            <a:off x="8028129" y="4741992"/>
            <a:ext cx="81532" cy="80345"/>
          </a:xfrm>
          <a:prstGeom prst="flowChartConnector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400">
              <a:solidFill>
                <a:srgbClr val="002060"/>
              </a:solidFill>
            </a:endParaRPr>
          </a:p>
        </p:txBody>
      </p:sp>
      <p:sp>
        <p:nvSpPr>
          <p:cNvPr id="40" name="Блок-схема: узел 39"/>
          <p:cNvSpPr/>
          <p:nvPr/>
        </p:nvSpPr>
        <p:spPr>
          <a:xfrm>
            <a:off x="8733536" y="4743501"/>
            <a:ext cx="81532" cy="80345"/>
          </a:xfrm>
          <a:prstGeom prst="flowChartConnector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400">
              <a:solidFill>
                <a:srgbClr val="002060"/>
              </a:solidFill>
            </a:endParaRPr>
          </a:p>
        </p:txBody>
      </p:sp>
      <p:sp>
        <p:nvSpPr>
          <p:cNvPr id="41" name="Блок-схема: узел 40"/>
          <p:cNvSpPr/>
          <p:nvPr/>
        </p:nvSpPr>
        <p:spPr>
          <a:xfrm>
            <a:off x="8944212" y="3637270"/>
            <a:ext cx="81532" cy="80345"/>
          </a:xfrm>
          <a:prstGeom prst="flowChartConnector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400">
              <a:solidFill>
                <a:srgbClr val="002060"/>
              </a:solidFill>
            </a:endParaRPr>
          </a:p>
        </p:txBody>
      </p:sp>
      <p:sp>
        <p:nvSpPr>
          <p:cNvPr id="42" name="Блок-схема: узел 41"/>
          <p:cNvSpPr/>
          <p:nvPr/>
        </p:nvSpPr>
        <p:spPr>
          <a:xfrm>
            <a:off x="9233602" y="4743501"/>
            <a:ext cx="81532" cy="80345"/>
          </a:xfrm>
          <a:prstGeom prst="flowChartConnector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40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9135276" y="4760742"/>
                <a:ext cx="27009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sz="12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5276" y="4760742"/>
                <a:ext cx="270098" cy="276999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87693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63021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Times new Roman"/>
        <a:ea typeface=""/>
        <a:cs typeface="Times new Roma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1374563_TF78438558_Win32" id="{76711A89-13B1-40D9-BE7D-DF6A7AE37A67}" vid="{2C8223F2-D103-4C97-B864-56CF43B8296C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{9A3D96D6-26BC-4534-AB73-E81F24C6F728}tf78438558_win32</Template>
  <TotalTime>18398</TotalTime>
  <Words>320</Words>
  <Application>Microsoft Office PowerPoint</Application>
  <PresentationFormat>Широкоэкранный</PresentationFormat>
  <Paragraphs>264</Paragraphs>
  <Slides>14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4" baseType="lpstr">
      <vt:lpstr>Aptos</vt:lpstr>
      <vt:lpstr>Arial</vt:lpstr>
      <vt:lpstr>Arial Black</vt:lpstr>
      <vt:lpstr>Bahnschrift Light</vt:lpstr>
      <vt:lpstr>Calibri</vt:lpstr>
      <vt:lpstr>Cambria</vt:lpstr>
      <vt:lpstr>Cambria Math</vt:lpstr>
      <vt:lpstr>Times new Roman</vt:lpstr>
      <vt:lpstr>Times new Roman</vt:lpstr>
      <vt:lpstr>Тема Office</vt:lpstr>
      <vt:lpstr>Sonli ketma-ketlik</vt:lpstr>
      <vt:lpstr>R e j a</vt:lpstr>
      <vt:lpstr> Sonli ketma-ketlik tushunchasi</vt:lpstr>
      <vt:lpstr> Sonli ketma-ketlik tushunchasi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mohinur.meliyeva93@gmail.com</dc:creator>
  <cp:lastModifiedBy>Toshiba</cp:lastModifiedBy>
  <cp:revision>142</cp:revision>
  <dcterms:created xsi:type="dcterms:W3CDTF">2024-02-27T06:08:52Z</dcterms:created>
  <dcterms:modified xsi:type="dcterms:W3CDTF">2024-10-09T12:01:57Z</dcterms:modified>
</cp:coreProperties>
</file>